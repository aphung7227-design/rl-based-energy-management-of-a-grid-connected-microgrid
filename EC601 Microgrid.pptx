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4"/>
    <p:sldMasterId id="214748366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Play"/>
      <p:regular r:id="rId15"/>
      <p:bold r:id="rId16"/>
    </p:embeddedFont>
    <p:embeddedFont>
      <p:font typeface="Sarabun"/>
      <p:regular r:id="rId17"/>
      <p:bold r:id="rId18"/>
      <p:italic r:id="rId19"/>
      <p:boldItalic r:id="rId20"/>
    </p:embeddedFont>
    <p:embeddedFont>
      <p:font typeface="Inria Serif"/>
      <p:regular r:id="rId21"/>
      <p:bold r:id="rId22"/>
      <p:italic r:id="rId23"/>
      <p:boldItalic r:id="rId24"/>
    </p:embeddedFont>
    <p:embeddedFont>
      <p:font typeface="Roboto"/>
      <p:regular r:id="rId25"/>
      <p:bold r:id="rId26"/>
      <p:italic r:id="rId27"/>
      <p:boldItalic r:id="rId28"/>
    </p:embeddedFont>
    <p:embeddedFont>
      <p:font typeface="Fira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Sarabun-boldItalic.fntdata"/><Relationship Id="rId22" Type="http://schemas.openxmlformats.org/officeDocument/2006/relationships/font" Target="fonts/InriaSerif-bold.fntdata"/><Relationship Id="rId21" Type="http://schemas.openxmlformats.org/officeDocument/2006/relationships/font" Target="fonts/InriaSerif-regular.fntdata"/><Relationship Id="rId24" Type="http://schemas.openxmlformats.org/officeDocument/2006/relationships/font" Target="fonts/InriaSerif-boldItalic.fntdata"/><Relationship Id="rId23" Type="http://schemas.openxmlformats.org/officeDocument/2006/relationships/font" Target="fonts/InriaSerif-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FiraSans-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FiraSans-italic.fntdata"/><Relationship Id="rId30" Type="http://schemas.openxmlformats.org/officeDocument/2006/relationships/font" Target="fonts/FiraSans-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FiraSans-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Play-regular.fntdata"/><Relationship Id="rId14" Type="http://schemas.openxmlformats.org/officeDocument/2006/relationships/slide" Target="slides/slide8.xml"/><Relationship Id="rId17" Type="http://schemas.openxmlformats.org/officeDocument/2006/relationships/font" Target="fonts/Sarabun-regular.fntdata"/><Relationship Id="rId16" Type="http://schemas.openxmlformats.org/officeDocument/2006/relationships/font" Target="fonts/Play-bold.fntdata"/><Relationship Id="rId19" Type="http://schemas.openxmlformats.org/officeDocument/2006/relationships/font" Target="fonts/Sarabun-italic.fntdata"/><Relationship Id="rId18" Type="http://schemas.openxmlformats.org/officeDocument/2006/relationships/font" Target="fonts/Sarabun-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h502eefaf5ba34c89_2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h502eefaf5ba34c89_2_1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502eefaf5ba34c89_2_2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h502eefaf5ba34c89_2_2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h7f565e9941af354b_0_1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 name="Google Shape;226;h7f565e9941af354b_0_1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h7f565e9941af354b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h7f565e9941af354b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502eefaf5ba34c89_2_1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h502eefaf5ba34c89_2_1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h502eefaf5ba34c89_2_2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h502eefaf5ba34c89_2_2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h7f565e9941af354b_0_1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h7f565e9941af354b_0_1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h6fc7ba4254e06a54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5" name="Google Shape;415;h6fc7ba4254e06a54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5"/>
          <p:cNvSpPr txBox="1"/>
          <p:nvPr>
            <p:ph idx="1" type="subTitle"/>
          </p:nvPr>
        </p:nvSpPr>
        <p:spPr>
          <a:xfrm>
            <a:off x="2402325" y="2133600"/>
            <a:ext cx="4339350" cy="876300"/>
          </a:xfrm>
          <a:prstGeom prst="rect">
            <a:avLst/>
          </a:prstGeom>
          <a:noFill/>
          <a:ln>
            <a:noFill/>
          </a:ln>
        </p:spPr>
        <p:txBody>
          <a:bodyPr anchorCtr="0" anchor="t" bIns="22850" lIns="45725" spcFirstLastPara="1" rIns="45725" wrap="square" tIns="22850">
            <a:normAutofit/>
          </a:bodyPr>
          <a:lstStyle>
            <a:lvl1pPr lvl="0" algn="ctr">
              <a:lnSpc>
                <a:spcPct val="100000"/>
              </a:lnSpc>
              <a:spcBef>
                <a:spcPts val="300"/>
              </a:spcBef>
              <a:spcAft>
                <a:spcPts val="0"/>
              </a:spcAft>
              <a:buSzPts val="1600"/>
              <a:buNone/>
              <a:defRPr/>
            </a:lvl1pPr>
            <a:lvl2pPr lvl="1" algn="ctr">
              <a:lnSpc>
                <a:spcPct val="100000"/>
              </a:lnSpc>
              <a:spcBef>
                <a:spcPts val="300"/>
              </a:spcBef>
              <a:spcAft>
                <a:spcPts val="0"/>
              </a:spcAft>
              <a:buSzPts val="1400"/>
              <a:buNone/>
              <a:defRPr/>
            </a:lvl2pPr>
            <a:lvl3pPr lvl="2" algn="ctr">
              <a:lnSpc>
                <a:spcPct val="100000"/>
              </a:lnSpc>
              <a:spcBef>
                <a:spcPts val="200"/>
              </a:spcBef>
              <a:spcAft>
                <a:spcPts val="0"/>
              </a:spcAft>
              <a:buSzPts val="1200"/>
              <a:buNone/>
              <a:defRPr/>
            </a:lvl3pPr>
            <a:lvl4pPr lvl="3" algn="ctr">
              <a:lnSpc>
                <a:spcPct val="100000"/>
              </a:lnSpc>
              <a:spcBef>
                <a:spcPts val="200"/>
              </a:spcBef>
              <a:spcAft>
                <a:spcPts val="0"/>
              </a:spcAft>
              <a:buSzPts val="1000"/>
              <a:buNone/>
              <a:defRPr/>
            </a:lvl4pPr>
            <a:lvl5pPr lvl="4" algn="ctr">
              <a:lnSpc>
                <a:spcPct val="100000"/>
              </a:lnSpc>
              <a:spcBef>
                <a:spcPts val="200"/>
              </a:spcBef>
              <a:spcAft>
                <a:spcPts val="0"/>
              </a:spcAft>
              <a:buSzPts val="1000"/>
              <a:buNone/>
              <a:defRPr/>
            </a:lvl5pPr>
            <a:lvl6pPr lvl="5" algn="ctr">
              <a:lnSpc>
                <a:spcPct val="100000"/>
              </a:lnSpc>
              <a:spcBef>
                <a:spcPts val="200"/>
              </a:spcBef>
              <a:spcAft>
                <a:spcPts val="0"/>
              </a:spcAft>
              <a:buSzPts val="1000"/>
              <a:buNone/>
              <a:defRPr/>
            </a:lvl6pPr>
            <a:lvl7pPr lvl="6" algn="ctr">
              <a:lnSpc>
                <a:spcPct val="100000"/>
              </a:lnSpc>
              <a:spcBef>
                <a:spcPts val="200"/>
              </a:spcBef>
              <a:spcAft>
                <a:spcPts val="0"/>
              </a:spcAft>
              <a:buSzPts val="1000"/>
              <a:buNone/>
              <a:defRPr/>
            </a:lvl7pPr>
            <a:lvl8pPr lvl="7" algn="ctr">
              <a:lnSpc>
                <a:spcPct val="100000"/>
              </a:lnSpc>
              <a:spcBef>
                <a:spcPts val="200"/>
              </a:spcBef>
              <a:spcAft>
                <a:spcPts val="0"/>
              </a:spcAft>
              <a:buSzPts val="1000"/>
              <a:buNone/>
              <a:defRPr/>
            </a:lvl8pPr>
            <a:lvl9pPr lvl="8" algn="ctr">
              <a:lnSpc>
                <a:spcPct val="100000"/>
              </a:lnSpc>
              <a:spcBef>
                <a:spcPts val="200"/>
              </a:spcBef>
              <a:spcAft>
                <a:spcPts val="0"/>
              </a:spcAft>
              <a:buSzPts val="1000"/>
              <a:buNone/>
              <a:defRPr/>
            </a:lvl9pPr>
          </a:lstStyle>
          <a:p/>
        </p:txBody>
      </p:sp>
      <p:grpSp>
        <p:nvGrpSpPr>
          <p:cNvPr id="56" name="Google Shape;56;p15"/>
          <p:cNvGrpSpPr/>
          <p:nvPr/>
        </p:nvGrpSpPr>
        <p:grpSpPr>
          <a:xfrm>
            <a:off x="-1269716" y="671439"/>
            <a:ext cx="1816121" cy="1816121"/>
            <a:chOff x="0" y="0"/>
            <a:chExt cx="812800" cy="812800"/>
          </a:xfrm>
        </p:grpSpPr>
        <p:sp>
          <p:nvSpPr>
            <p:cNvPr id="57" name="Google Shape;57;p15"/>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58" name="Google Shape;58;p15"/>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59" name="Google Shape;59;p15"/>
          <p:cNvGrpSpPr/>
          <p:nvPr/>
        </p:nvGrpSpPr>
        <p:grpSpPr>
          <a:xfrm>
            <a:off x="8669281" y="1569886"/>
            <a:ext cx="1156858" cy="1156858"/>
            <a:chOff x="0" y="0"/>
            <a:chExt cx="812800" cy="812800"/>
          </a:xfrm>
        </p:grpSpPr>
        <p:sp>
          <p:nvSpPr>
            <p:cNvPr id="60" name="Google Shape;60;p15"/>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61" name="Google Shape;61;p15"/>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62" name="Google Shape;62;p15"/>
          <p:cNvGrpSpPr/>
          <p:nvPr/>
        </p:nvGrpSpPr>
        <p:grpSpPr>
          <a:xfrm>
            <a:off x="181836" y="794570"/>
            <a:ext cx="665033" cy="665033"/>
            <a:chOff x="0" y="0"/>
            <a:chExt cx="812800" cy="812800"/>
          </a:xfrm>
        </p:grpSpPr>
        <p:sp>
          <p:nvSpPr>
            <p:cNvPr id="63" name="Google Shape;63;p15"/>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A357"/>
              </a:solidFill>
              <a:prstDash val="solid"/>
              <a:miter lim="80"/>
              <a:headEnd len="sm" w="sm" type="none"/>
              <a:tailEnd len="sm" w="sm" type="none"/>
            </a:ln>
          </p:spPr>
        </p:sp>
        <p:sp>
          <p:nvSpPr>
            <p:cNvPr id="64" name="Google Shape;64;p15"/>
            <p:cNvSpPr txBox="1"/>
            <p:nvPr/>
          </p:nvSpPr>
          <p:spPr>
            <a:xfrm>
              <a:off x="88900" y="41275"/>
              <a:ext cx="635100" cy="682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65" name="Google Shape;65;p15"/>
          <p:cNvPicPr preferRelativeResize="0"/>
          <p:nvPr/>
        </p:nvPicPr>
        <p:blipFill rotWithShape="1">
          <a:blip r:embed="rId2">
            <a:alphaModFix/>
          </a:blip>
          <a:srcRect b="0" l="0" r="0" t="0"/>
          <a:stretch/>
        </p:blipFill>
        <p:spPr>
          <a:xfrm>
            <a:off x="8866060" y="2371189"/>
            <a:ext cx="599416" cy="564363"/>
          </a:xfrm>
          <a:prstGeom prst="rect">
            <a:avLst/>
          </a:prstGeom>
          <a:noFill/>
          <a:ln>
            <a:noFill/>
          </a:ln>
        </p:spPr>
      </p:pic>
      <p:pic>
        <p:nvPicPr>
          <p:cNvPr id="66" name="Google Shape;66;p15"/>
          <p:cNvPicPr preferRelativeResize="0"/>
          <p:nvPr/>
        </p:nvPicPr>
        <p:blipFill rotWithShape="1">
          <a:blip r:embed="rId2">
            <a:alphaModFix/>
          </a:blip>
          <a:srcRect b="0" l="0" r="0" t="0"/>
          <a:stretch/>
        </p:blipFill>
        <p:spPr>
          <a:xfrm>
            <a:off x="214648" y="1297314"/>
            <a:ext cx="599416" cy="564363"/>
          </a:xfrm>
          <a:prstGeom prst="rect">
            <a:avLst/>
          </a:prstGeom>
          <a:noFill/>
          <a:ln>
            <a:noFill/>
          </a:ln>
        </p:spPr>
      </p:pic>
      <p:pic>
        <p:nvPicPr>
          <p:cNvPr id="67" name="Google Shape;67;p15"/>
          <p:cNvPicPr preferRelativeResize="0"/>
          <p:nvPr/>
        </p:nvPicPr>
        <p:blipFill rotWithShape="1">
          <a:blip r:embed="rId3">
            <a:alphaModFix/>
          </a:blip>
          <a:srcRect b="0" l="0" r="0" t="0"/>
          <a:stretch/>
        </p:blipFill>
        <p:spPr>
          <a:xfrm>
            <a:off x="375875" y="4422764"/>
            <a:ext cx="572850" cy="310799"/>
          </a:xfrm>
          <a:prstGeom prst="rect">
            <a:avLst/>
          </a:prstGeom>
          <a:noFill/>
          <a:ln>
            <a:noFill/>
          </a:ln>
        </p:spPr>
      </p:pic>
      <p:pic>
        <p:nvPicPr>
          <p:cNvPr id="68" name="Google Shape;68;p15"/>
          <p:cNvPicPr preferRelativeResize="0"/>
          <p:nvPr/>
        </p:nvPicPr>
        <p:blipFill rotWithShape="1">
          <a:blip r:embed="rId4">
            <a:alphaModFix/>
          </a:blip>
          <a:srcRect b="0" l="0" r="0" t="0"/>
          <a:stretch/>
        </p:blipFill>
        <p:spPr>
          <a:xfrm>
            <a:off x="8299276" y="794578"/>
            <a:ext cx="675300" cy="1237516"/>
          </a:xfrm>
          <a:prstGeom prst="rect">
            <a:avLst/>
          </a:prstGeom>
          <a:noFill/>
          <a:ln>
            <a:noFill/>
          </a:ln>
        </p:spPr>
      </p:pic>
      <p:sp>
        <p:nvSpPr>
          <p:cNvPr id="69" name="Google Shape;69;p15"/>
          <p:cNvSpPr txBox="1"/>
          <p:nvPr>
            <p:ph type="title"/>
          </p:nvPr>
        </p:nvSpPr>
        <p:spPr>
          <a:xfrm>
            <a:off x="694425" y="700163"/>
            <a:ext cx="7755150" cy="571500"/>
          </a:xfrm>
          <a:prstGeom prst="rect">
            <a:avLst/>
          </a:prstGeom>
          <a:noFill/>
          <a:ln>
            <a:noFill/>
          </a:ln>
        </p:spPr>
        <p:txBody>
          <a:bodyPr anchorCtr="0" anchor="ctr" bIns="22850" lIns="45725" spcFirstLastPara="1" rIns="45725" wrap="square" tIns="22850">
            <a:normAutofit/>
          </a:bodyPr>
          <a:lstStyle>
            <a:lvl1pPr lvl="0" marR="0" algn="ctr">
              <a:lnSpc>
                <a:spcPct val="100000"/>
              </a:lnSpc>
              <a:spcBef>
                <a:spcPts val="0"/>
              </a:spcBef>
              <a:spcAft>
                <a:spcPts val="0"/>
              </a:spcAft>
              <a:buClr>
                <a:schemeClr val="lt1"/>
              </a:buClr>
              <a:buSzPts val="4500"/>
              <a:buFont typeface="Play"/>
              <a:buNone/>
              <a:defRPr i="0" sz="4500" u="none" cap="none" strike="noStrike">
                <a:solidFill>
                  <a:schemeClr val="lt1"/>
                </a:solidFill>
                <a:latin typeface="Play"/>
                <a:ea typeface="Play"/>
                <a:cs typeface="Play"/>
                <a:sym typeface="Play"/>
              </a:defRPr>
            </a:lvl1pPr>
            <a:lvl2pPr lvl="1" algn="ctr">
              <a:lnSpc>
                <a:spcPct val="100000"/>
              </a:lnSpc>
              <a:spcBef>
                <a:spcPts val="0"/>
              </a:spcBef>
              <a:spcAft>
                <a:spcPts val="0"/>
              </a:spcAft>
              <a:buClr>
                <a:schemeClr val="lt1"/>
              </a:buClr>
              <a:buSzPts val="700"/>
              <a:buNone/>
              <a:defRPr sz="900">
                <a:solidFill>
                  <a:schemeClr val="lt1"/>
                </a:solidFill>
              </a:defRPr>
            </a:lvl2pPr>
            <a:lvl3pPr lvl="2" algn="ctr">
              <a:lnSpc>
                <a:spcPct val="100000"/>
              </a:lnSpc>
              <a:spcBef>
                <a:spcPts val="0"/>
              </a:spcBef>
              <a:spcAft>
                <a:spcPts val="0"/>
              </a:spcAft>
              <a:buClr>
                <a:schemeClr val="lt1"/>
              </a:buClr>
              <a:buSzPts val="700"/>
              <a:buNone/>
              <a:defRPr sz="900">
                <a:solidFill>
                  <a:schemeClr val="lt1"/>
                </a:solidFill>
              </a:defRPr>
            </a:lvl3pPr>
            <a:lvl4pPr lvl="3" algn="ctr">
              <a:lnSpc>
                <a:spcPct val="100000"/>
              </a:lnSpc>
              <a:spcBef>
                <a:spcPts val="0"/>
              </a:spcBef>
              <a:spcAft>
                <a:spcPts val="0"/>
              </a:spcAft>
              <a:buClr>
                <a:schemeClr val="lt1"/>
              </a:buClr>
              <a:buSzPts val="700"/>
              <a:buNone/>
              <a:defRPr sz="900">
                <a:solidFill>
                  <a:schemeClr val="lt1"/>
                </a:solidFill>
              </a:defRPr>
            </a:lvl4pPr>
            <a:lvl5pPr lvl="4" algn="ctr">
              <a:lnSpc>
                <a:spcPct val="100000"/>
              </a:lnSpc>
              <a:spcBef>
                <a:spcPts val="0"/>
              </a:spcBef>
              <a:spcAft>
                <a:spcPts val="0"/>
              </a:spcAft>
              <a:buClr>
                <a:schemeClr val="lt1"/>
              </a:buClr>
              <a:buSzPts val="700"/>
              <a:buNone/>
              <a:defRPr sz="900">
                <a:solidFill>
                  <a:schemeClr val="lt1"/>
                </a:solidFill>
              </a:defRPr>
            </a:lvl5pPr>
            <a:lvl6pPr lvl="5" algn="ctr">
              <a:lnSpc>
                <a:spcPct val="100000"/>
              </a:lnSpc>
              <a:spcBef>
                <a:spcPts val="0"/>
              </a:spcBef>
              <a:spcAft>
                <a:spcPts val="0"/>
              </a:spcAft>
              <a:buClr>
                <a:schemeClr val="lt1"/>
              </a:buClr>
              <a:buSzPts val="700"/>
              <a:buNone/>
              <a:defRPr sz="900">
                <a:solidFill>
                  <a:schemeClr val="lt1"/>
                </a:solidFill>
              </a:defRPr>
            </a:lvl6pPr>
            <a:lvl7pPr lvl="6" algn="ctr">
              <a:lnSpc>
                <a:spcPct val="100000"/>
              </a:lnSpc>
              <a:spcBef>
                <a:spcPts val="0"/>
              </a:spcBef>
              <a:spcAft>
                <a:spcPts val="0"/>
              </a:spcAft>
              <a:buClr>
                <a:schemeClr val="lt1"/>
              </a:buClr>
              <a:buSzPts val="700"/>
              <a:buNone/>
              <a:defRPr sz="900">
                <a:solidFill>
                  <a:schemeClr val="lt1"/>
                </a:solidFill>
              </a:defRPr>
            </a:lvl7pPr>
            <a:lvl8pPr lvl="7" algn="ctr">
              <a:lnSpc>
                <a:spcPct val="100000"/>
              </a:lnSpc>
              <a:spcBef>
                <a:spcPts val="0"/>
              </a:spcBef>
              <a:spcAft>
                <a:spcPts val="0"/>
              </a:spcAft>
              <a:buClr>
                <a:schemeClr val="lt1"/>
              </a:buClr>
              <a:buSzPts val="700"/>
              <a:buNone/>
              <a:defRPr sz="900">
                <a:solidFill>
                  <a:schemeClr val="lt1"/>
                </a:solidFill>
              </a:defRPr>
            </a:lvl8pPr>
            <a:lvl9pPr lvl="8" algn="ctr">
              <a:lnSpc>
                <a:spcPct val="100000"/>
              </a:lnSpc>
              <a:spcBef>
                <a:spcPts val="0"/>
              </a:spcBef>
              <a:spcAft>
                <a:spcPts val="0"/>
              </a:spcAft>
              <a:buClr>
                <a:schemeClr val="lt1"/>
              </a:buClr>
              <a:buSzPts val="700"/>
              <a:buNone/>
              <a:defRPr sz="900">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0" name="Shape 70"/>
        <p:cNvGrpSpPr/>
        <p:nvPr/>
      </p:nvGrpSpPr>
      <p:grpSpPr>
        <a:xfrm>
          <a:off x="0" y="0"/>
          <a:ext cx="0" cy="0"/>
          <a:chOff x="0" y="0"/>
          <a:chExt cx="0" cy="0"/>
        </a:xfrm>
      </p:grpSpPr>
      <p:sp>
        <p:nvSpPr>
          <p:cNvPr id="71" name="Google Shape;71;p16"/>
          <p:cNvSpPr txBox="1"/>
          <p:nvPr>
            <p:ph type="title"/>
          </p:nvPr>
        </p:nvSpPr>
        <p:spPr>
          <a:xfrm>
            <a:off x="694425" y="700163"/>
            <a:ext cx="775515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ctr">
              <a:lnSpc>
                <a:spcPct val="100000"/>
              </a:lnSpc>
              <a:spcBef>
                <a:spcPts val="0"/>
              </a:spcBef>
              <a:spcAft>
                <a:spcPts val="0"/>
              </a:spcAft>
              <a:buSzPts val="700"/>
              <a:buNone/>
              <a:defRPr/>
            </a:lvl2pPr>
            <a:lvl3pPr lvl="2" algn="ctr">
              <a:lnSpc>
                <a:spcPct val="100000"/>
              </a:lnSpc>
              <a:spcBef>
                <a:spcPts val="0"/>
              </a:spcBef>
              <a:spcAft>
                <a:spcPts val="0"/>
              </a:spcAft>
              <a:buSzPts val="700"/>
              <a:buNone/>
              <a:defRPr/>
            </a:lvl3pPr>
            <a:lvl4pPr lvl="3" algn="ctr">
              <a:lnSpc>
                <a:spcPct val="100000"/>
              </a:lnSpc>
              <a:spcBef>
                <a:spcPts val="0"/>
              </a:spcBef>
              <a:spcAft>
                <a:spcPts val="0"/>
              </a:spcAft>
              <a:buSzPts val="700"/>
              <a:buNone/>
              <a:defRPr/>
            </a:lvl4pPr>
            <a:lvl5pPr lvl="4" algn="ctr">
              <a:lnSpc>
                <a:spcPct val="100000"/>
              </a:lnSpc>
              <a:spcBef>
                <a:spcPts val="0"/>
              </a:spcBef>
              <a:spcAft>
                <a:spcPts val="0"/>
              </a:spcAft>
              <a:buSzPts val="700"/>
              <a:buNone/>
              <a:defRPr/>
            </a:lvl5pPr>
            <a:lvl6pPr lvl="5" algn="ctr">
              <a:lnSpc>
                <a:spcPct val="100000"/>
              </a:lnSpc>
              <a:spcBef>
                <a:spcPts val="0"/>
              </a:spcBef>
              <a:spcAft>
                <a:spcPts val="0"/>
              </a:spcAft>
              <a:buSzPts val="700"/>
              <a:buNone/>
              <a:defRPr/>
            </a:lvl6pPr>
            <a:lvl7pPr lvl="6" algn="ctr">
              <a:lnSpc>
                <a:spcPct val="100000"/>
              </a:lnSpc>
              <a:spcBef>
                <a:spcPts val="0"/>
              </a:spcBef>
              <a:spcAft>
                <a:spcPts val="0"/>
              </a:spcAft>
              <a:buSzPts val="700"/>
              <a:buNone/>
              <a:defRPr/>
            </a:lvl7pPr>
            <a:lvl8pPr lvl="7" algn="ctr">
              <a:lnSpc>
                <a:spcPct val="100000"/>
              </a:lnSpc>
              <a:spcBef>
                <a:spcPts val="0"/>
              </a:spcBef>
              <a:spcAft>
                <a:spcPts val="0"/>
              </a:spcAft>
              <a:buSzPts val="700"/>
              <a:buNone/>
              <a:defRPr/>
            </a:lvl8pPr>
            <a:lvl9pPr lvl="8" algn="ctr">
              <a:lnSpc>
                <a:spcPct val="100000"/>
              </a:lnSpc>
              <a:spcBef>
                <a:spcPts val="0"/>
              </a:spcBef>
              <a:spcAft>
                <a:spcPts val="0"/>
              </a:spcAft>
              <a:buSzPts val="700"/>
              <a:buNone/>
              <a:defRPr/>
            </a:lvl9pPr>
          </a:lstStyle>
          <a:p/>
        </p:txBody>
      </p:sp>
      <p:sp>
        <p:nvSpPr>
          <p:cNvPr id="72" name="Google Shape;72;p16"/>
          <p:cNvSpPr txBox="1"/>
          <p:nvPr>
            <p:ph idx="1" type="body"/>
          </p:nvPr>
        </p:nvSpPr>
        <p:spPr>
          <a:xfrm>
            <a:off x="1686213" y="2228850"/>
            <a:ext cx="4114800" cy="226305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grpSp>
        <p:nvGrpSpPr>
          <p:cNvPr id="73" name="Google Shape;73;p16"/>
          <p:cNvGrpSpPr/>
          <p:nvPr/>
        </p:nvGrpSpPr>
        <p:grpSpPr>
          <a:xfrm>
            <a:off x="-272332" y="3972593"/>
            <a:ext cx="830925" cy="830925"/>
            <a:chOff x="0" y="0"/>
            <a:chExt cx="812800" cy="812800"/>
          </a:xfrm>
        </p:grpSpPr>
        <p:sp>
          <p:nvSpPr>
            <p:cNvPr id="74" name="Google Shape;74;p16"/>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A357"/>
            </a:solidFill>
            <a:ln>
              <a:noFill/>
            </a:ln>
          </p:spPr>
        </p:sp>
        <p:sp>
          <p:nvSpPr>
            <p:cNvPr id="75" name="Google Shape;75;p16"/>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76" name="Google Shape;76;p16"/>
          <p:cNvGrpSpPr/>
          <p:nvPr/>
        </p:nvGrpSpPr>
        <p:grpSpPr>
          <a:xfrm>
            <a:off x="7808748" y="1540986"/>
            <a:ext cx="445049" cy="445049"/>
            <a:chOff x="0" y="0"/>
            <a:chExt cx="812800" cy="812800"/>
          </a:xfrm>
        </p:grpSpPr>
        <p:sp>
          <p:nvSpPr>
            <p:cNvPr id="77" name="Google Shape;77;p16"/>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A357"/>
              </a:solidFill>
              <a:prstDash val="solid"/>
              <a:miter lim="80"/>
              <a:headEnd len="sm" w="sm" type="none"/>
              <a:tailEnd len="sm" w="sm" type="none"/>
            </a:ln>
          </p:spPr>
        </p:sp>
        <p:sp>
          <p:nvSpPr>
            <p:cNvPr id="78" name="Google Shape;78;p16"/>
            <p:cNvSpPr txBox="1"/>
            <p:nvPr/>
          </p:nvSpPr>
          <p:spPr>
            <a:xfrm>
              <a:off x="88900" y="41275"/>
              <a:ext cx="635100" cy="682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79" name="Google Shape;79;p16"/>
          <p:cNvPicPr preferRelativeResize="0"/>
          <p:nvPr/>
        </p:nvPicPr>
        <p:blipFill rotWithShape="1">
          <a:blip r:embed="rId2">
            <a:alphaModFix/>
          </a:blip>
          <a:srcRect b="0" l="0" r="0" t="0"/>
          <a:stretch/>
        </p:blipFill>
        <p:spPr>
          <a:xfrm>
            <a:off x="7920713" y="3505016"/>
            <a:ext cx="675300" cy="1237515"/>
          </a:xfrm>
          <a:prstGeom prst="rect">
            <a:avLst/>
          </a:prstGeom>
          <a:noFill/>
          <a:ln>
            <a:noFill/>
          </a:ln>
        </p:spPr>
      </p:pic>
      <p:pic>
        <p:nvPicPr>
          <p:cNvPr id="80" name="Google Shape;80;p16"/>
          <p:cNvPicPr preferRelativeResize="0"/>
          <p:nvPr/>
        </p:nvPicPr>
        <p:blipFill rotWithShape="1">
          <a:blip r:embed="rId3">
            <a:alphaModFix/>
          </a:blip>
          <a:srcRect b="0" l="0" r="0" t="0"/>
          <a:stretch/>
        </p:blipFill>
        <p:spPr>
          <a:xfrm>
            <a:off x="8406167" y="3323664"/>
            <a:ext cx="599416" cy="564363"/>
          </a:xfrm>
          <a:prstGeom prst="rect">
            <a:avLst/>
          </a:prstGeom>
          <a:noFill/>
          <a:ln>
            <a:noFill/>
          </a:ln>
        </p:spPr>
      </p:pic>
      <p:pic>
        <p:nvPicPr>
          <p:cNvPr id="81" name="Google Shape;81;p16"/>
          <p:cNvPicPr preferRelativeResize="0"/>
          <p:nvPr/>
        </p:nvPicPr>
        <p:blipFill rotWithShape="1">
          <a:blip r:embed="rId4">
            <a:alphaModFix/>
          </a:blip>
          <a:srcRect b="0" l="0" r="0" t="0"/>
          <a:stretch/>
        </p:blipFill>
        <p:spPr>
          <a:xfrm>
            <a:off x="230598" y="3877428"/>
            <a:ext cx="520063" cy="492691"/>
          </a:xfrm>
          <a:prstGeom prst="rect">
            <a:avLst/>
          </a:prstGeom>
          <a:noFill/>
          <a:ln>
            <a:noFill/>
          </a:ln>
        </p:spPr>
      </p:pic>
      <p:pic>
        <p:nvPicPr>
          <p:cNvPr id="82" name="Google Shape;82;p16"/>
          <p:cNvPicPr preferRelativeResize="0"/>
          <p:nvPr/>
        </p:nvPicPr>
        <p:blipFill rotWithShape="1">
          <a:blip r:embed="rId5">
            <a:alphaModFix/>
          </a:blip>
          <a:srcRect b="0" l="0" r="0" t="0"/>
          <a:stretch/>
        </p:blipFill>
        <p:spPr>
          <a:xfrm>
            <a:off x="490894" y="521639"/>
            <a:ext cx="667075" cy="361924"/>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3" name="Shape 83"/>
        <p:cNvGrpSpPr/>
        <p:nvPr/>
      </p:nvGrpSpPr>
      <p:grpSpPr>
        <a:xfrm>
          <a:off x="0" y="0"/>
          <a:ext cx="0" cy="0"/>
          <a:chOff x="0" y="0"/>
          <a:chExt cx="0" cy="0"/>
        </a:xfrm>
      </p:grpSpPr>
      <p:sp>
        <p:nvSpPr>
          <p:cNvPr id="84" name="Google Shape;84;p17"/>
          <p:cNvSpPr txBox="1"/>
          <p:nvPr>
            <p:ph idx="1" type="body"/>
          </p:nvPr>
        </p:nvSpPr>
        <p:spPr>
          <a:xfrm>
            <a:off x="2295019" y="3329494"/>
            <a:ext cx="3886200" cy="750150"/>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SzPts val="1200"/>
              <a:buNone/>
              <a:defRPr/>
            </a:lvl1pPr>
            <a:lvl2pPr indent="-228600" lvl="1" marL="914400" algn="l">
              <a:lnSpc>
                <a:spcPct val="100000"/>
              </a:lnSpc>
              <a:spcBef>
                <a:spcPts val="200"/>
              </a:spcBef>
              <a:spcAft>
                <a:spcPts val="0"/>
              </a:spcAft>
              <a:buSzPts val="1200"/>
              <a:buNone/>
              <a:defRPr/>
            </a:lvl2pPr>
            <a:lvl3pPr indent="-228600" lvl="2" marL="1371600" algn="l">
              <a:lnSpc>
                <a:spcPct val="100000"/>
              </a:lnSpc>
              <a:spcBef>
                <a:spcPts val="200"/>
              </a:spcBef>
              <a:spcAft>
                <a:spcPts val="0"/>
              </a:spcAft>
              <a:buSzPts val="1200"/>
              <a:buNone/>
              <a:defRPr/>
            </a:lvl3pPr>
            <a:lvl4pPr indent="-228600" lvl="3" marL="1828800" algn="l">
              <a:lnSpc>
                <a:spcPct val="100000"/>
              </a:lnSpc>
              <a:spcBef>
                <a:spcPts val="100"/>
              </a:spcBef>
              <a:spcAft>
                <a:spcPts val="0"/>
              </a:spcAft>
              <a:buSzPts val="1200"/>
              <a:buNone/>
              <a:defRPr/>
            </a:lvl4pPr>
            <a:lvl5pPr indent="-228600" lvl="4" marL="2286000" algn="l">
              <a:lnSpc>
                <a:spcPct val="100000"/>
              </a:lnSpc>
              <a:spcBef>
                <a:spcPts val="100"/>
              </a:spcBef>
              <a:spcAft>
                <a:spcPts val="0"/>
              </a:spcAft>
              <a:buSzPts val="1200"/>
              <a:buNone/>
              <a:defRPr/>
            </a:lvl5pPr>
            <a:lvl6pPr indent="-228600" lvl="5" marL="2743200" algn="l">
              <a:lnSpc>
                <a:spcPct val="100000"/>
              </a:lnSpc>
              <a:spcBef>
                <a:spcPts val="100"/>
              </a:spcBef>
              <a:spcAft>
                <a:spcPts val="0"/>
              </a:spcAft>
              <a:buSzPts val="1200"/>
              <a:buNone/>
              <a:defRPr/>
            </a:lvl6pPr>
            <a:lvl7pPr indent="-228600" lvl="6" marL="3200400" algn="l">
              <a:lnSpc>
                <a:spcPct val="100000"/>
              </a:lnSpc>
              <a:spcBef>
                <a:spcPts val="100"/>
              </a:spcBef>
              <a:spcAft>
                <a:spcPts val="0"/>
              </a:spcAft>
              <a:buSzPts val="1200"/>
              <a:buNone/>
              <a:defRPr/>
            </a:lvl7pPr>
            <a:lvl8pPr indent="-228600" lvl="7" marL="3657600" algn="l">
              <a:lnSpc>
                <a:spcPct val="100000"/>
              </a:lnSpc>
              <a:spcBef>
                <a:spcPts val="100"/>
              </a:spcBef>
              <a:spcAft>
                <a:spcPts val="0"/>
              </a:spcAft>
              <a:buSzPts val="1200"/>
              <a:buNone/>
              <a:defRPr/>
            </a:lvl8pPr>
            <a:lvl9pPr indent="-228600" lvl="8" marL="4114800" algn="l">
              <a:lnSpc>
                <a:spcPct val="100000"/>
              </a:lnSpc>
              <a:spcBef>
                <a:spcPts val="100"/>
              </a:spcBef>
              <a:spcAft>
                <a:spcPts val="0"/>
              </a:spcAft>
              <a:buSzPts val="1200"/>
              <a:buNone/>
              <a:defRPr/>
            </a:lvl9pPr>
          </a:lstStyle>
          <a:p/>
        </p:txBody>
      </p:sp>
      <p:grpSp>
        <p:nvGrpSpPr>
          <p:cNvPr id="85" name="Google Shape;85;p17"/>
          <p:cNvGrpSpPr/>
          <p:nvPr/>
        </p:nvGrpSpPr>
        <p:grpSpPr>
          <a:xfrm>
            <a:off x="8461332" y="187666"/>
            <a:ext cx="1816121" cy="1816121"/>
            <a:chOff x="0" y="0"/>
            <a:chExt cx="812800" cy="812800"/>
          </a:xfrm>
        </p:grpSpPr>
        <p:sp>
          <p:nvSpPr>
            <p:cNvPr id="86" name="Google Shape;86;p17"/>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87" name="Google Shape;87;p17"/>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88" name="Google Shape;88;p17"/>
          <p:cNvGrpSpPr/>
          <p:nvPr/>
        </p:nvGrpSpPr>
        <p:grpSpPr>
          <a:xfrm>
            <a:off x="8547831" y="1132685"/>
            <a:ext cx="871078" cy="871078"/>
            <a:chOff x="0" y="0"/>
            <a:chExt cx="812800" cy="812800"/>
          </a:xfrm>
        </p:grpSpPr>
        <p:sp>
          <p:nvSpPr>
            <p:cNvPr id="89" name="Google Shape;89;p17"/>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FFFF"/>
              </a:solidFill>
              <a:prstDash val="solid"/>
              <a:miter lim="80"/>
              <a:headEnd len="sm" w="sm" type="none"/>
              <a:tailEnd len="sm" w="sm" type="none"/>
            </a:ln>
          </p:spPr>
        </p:sp>
        <p:sp>
          <p:nvSpPr>
            <p:cNvPr id="90" name="Google Shape;90;p17"/>
            <p:cNvSpPr txBox="1"/>
            <p:nvPr/>
          </p:nvSpPr>
          <p:spPr>
            <a:xfrm>
              <a:off x="88900" y="41275"/>
              <a:ext cx="635100" cy="682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91" name="Google Shape;91;p17"/>
          <p:cNvPicPr preferRelativeResize="0"/>
          <p:nvPr/>
        </p:nvPicPr>
        <p:blipFill rotWithShape="1">
          <a:blip r:embed="rId2">
            <a:alphaModFix/>
          </a:blip>
          <a:srcRect b="0" l="0" r="0" t="0"/>
          <a:stretch/>
        </p:blipFill>
        <p:spPr>
          <a:xfrm>
            <a:off x="361700" y="2720246"/>
            <a:ext cx="895250" cy="488872"/>
          </a:xfrm>
          <a:prstGeom prst="rect">
            <a:avLst/>
          </a:prstGeom>
          <a:noFill/>
          <a:ln>
            <a:noFill/>
          </a:ln>
        </p:spPr>
      </p:pic>
      <p:sp>
        <p:nvSpPr>
          <p:cNvPr id="92" name="Google Shape;92;p17"/>
          <p:cNvSpPr txBox="1"/>
          <p:nvPr>
            <p:ph type="title"/>
          </p:nvPr>
        </p:nvSpPr>
        <p:spPr>
          <a:xfrm>
            <a:off x="694425" y="700163"/>
            <a:ext cx="7755150" cy="571500"/>
          </a:xfrm>
          <a:prstGeom prst="rect">
            <a:avLst/>
          </a:prstGeom>
          <a:noFill/>
          <a:ln>
            <a:noFill/>
          </a:ln>
        </p:spPr>
        <p:txBody>
          <a:bodyPr anchorCtr="0" anchor="ctr" bIns="22850" lIns="45725" spcFirstLastPara="1" rIns="45725" wrap="square" tIns="22850">
            <a:normAutofit/>
          </a:bodyPr>
          <a:lstStyle>
            <a:lvl1pPr lvl="0" marR="0" algn="ctr">
              <a:lnSpc>
                <a:spcPct val="100000"/>
              </a:lnSpc>
              <a:spcBef>
                <a:spcPts val="0"/>
              </a:spcBef>
              <a:spcAft>
                <a:spcPts val="0"/>
              </a:spcAft>
              <a:buClr>
                <a:schemeClr val="lt1"/>
              </a:buClr>
              <a:buSzPts val="4500"/>
              <a:buFont typeface="Play"/>
              <a:buNone/>
              <a:defRPr i="0" sz="4500" u="none" cap="none" strike="noStrike">
                <a:solidFill>
                  <a:schemeClr val="lt1"/>
                </a:solidFill>
                <a:latin typeface="Play"/>
                <a:ea typeface="Play"/>
                <a:cs typeface="Play"/>
                <a:sym typeface="Play"/>
              </a:defRPr>
            </a:lvl1pPr>
            <a:lvl2pPr lvl="1" algn="ctr">
              <a:lnSpc>
                <a:spcPct val="100000"/>
              </a:lnSpc>
              <a:spcBef>
                <a:spcPts val="0"/>
              </a:spcBef>
              <a:spcAft>
                <a:spcPts val="0"/>
              </a:spcAft>
              <a:buClr>
                <a:schemeClr val="lt1"/>
              </a:buClr>
              <a:buSzPts val="700"/>
              <a:buNone/>
              <a:defRPr sz="900">
                <a:solidFill>
                  <a:schemeClr val="lt1"/>
                </a:solidFill>
              </a:defRPr>
            </a:lvl2pPr>
            <a:lvl3pPr lvl="2" algn="ctr">
              <a:lnSpc>
                <a:spcPct val="100000"/>
              </a:lnSpc>
              <a:spcBef>
                <a:spcPts val="0"/>
              </a:spcBef>
              <a:spcAft>
                <a:spcPts val="0"/>
              </a:spcAft>
              <a:buClr>
                <a:schemeClr val="lt1"/>
              </a:buClr>
              <a:buSzPts val="700"/>
              <a:buNone/>
              <a:defRPr sz="900">
                <a:solidFill>
                  <a:schemeClr val="lt1"/>
                </a:solidFill>
              </a:defRPr>
            </a:lvl3pPr>
            <a:lvl4pPr lvl="3" algn="ctr">
              <a:lnSpc>
                <a:spcPct val="100000"/>
              </a:lnSpc>
              <a:spcBef>
                <a:spcPts val="0"/>
              </a:spcBef>
              <a:spcAft>
                <a:spcPts val="0"/>
              </a:spcAft>
              <a:buClr>
                <a:schemeClr val="lt1"/>
              </a:buClr>
              <a:buSzPts val="700"/>
              <a:buNone/>
              <a:defRPr sz="900">
                <a:solidFill>
                  <a:schemeClr val="lt1"/>
                </a:solidFill>
              </a:defRPr>
            </a:lvl4pPr>
            <a:lvl5pPr lvl="4" algn="ctr">
              <a:lnSpc>
                <a:spcPct val="100000"/>
              </a:lnSpc>
              <a:spcBef>
                <a:spcPts val="0"/>
              </a:spcBef>
              <a:spcAft>
                <a:spcPts val="0"/>
              </a:spcAft>
              <a:buClr>
                <a:schemeClr val="lt1"/>
              </a:buClr>
              <a:buSzPts val="700"/>
              <a:buNone/>
              <a:defRPr sz="900">
                <a:solidFill>
                  <a:schemeClr val="lt1"/>
                </a:solidFill>
              </a:defRPr>
            </a:lvl5pPr>
            <a:lvl6pPr lvl="5" algn="ctr">
              <a:lnSpc>
                <a:spcPct val="100000"/>
              </a:lnSpc>
              <a:spcBef>
                <a:spcPts val="0"/>
              </a:spcBef>
              <a:spcAft>
                <a:spcPts val="0"/>
              </a:spcAft>
              <a:buClr>
                <a:schemeClr val="lt1"/>
              </a:buClr>
              <a:buSzPts val="700"/>
              <a:buNone/>
              <a:defRPr sz="900">
                <a:solidFill>
                  <a:schemeClr val="lt1"/>
                </a:solidFill>
              </a:defRPr>
            </a:lvl6pPr>
            <a:lvl7pPr lvl="6" algn="ctr">
              <a:lnSpc>
                <a:spcPct val="100000"/>
              </a:lnSpc>
              <a:spcBef>
                <a:spcPts val="0"/>
              </a:spcBef>
              <a:spcAft>
                <a:spcPts val="0"/>
              </a:spcAft>
              <a:buClr>
                <a:schemeClr val="lt1"/>
              </a:buClr>
              <a:buSzPts val="700"/>
              <a:buNone/>
              <a:defRPr sz="900">
                <a:solidFill>
                  <a:schemeClr val="lt1"/>
                </a:solidFill>
              </a:defRPr>
            </a:lvl7pPr>
            <a:lvl8pPr lvl="7" algn="ctr">
              <a:lnSpc>
                <a:spcPct val="100000"/>
              </a:lnSpc>
              <a:spcBef>
                <a:spcPts val="0"/>
              </a:spcBef>
              <a:spcAft>
                <a:spcPts val="0"/>
              </a:spcAft>
              <a:buClr>
                <a:schemeClr val="lt1"/>
              </a:buClr>
              <a:buSzPts val="700"/>
              <a:buNone/>
              <a:defRPr sz="900">
                <a:solidFill>
                  <a:schemeClr val="lt1"/>
                </a:solidFill>
              </a:defRPr>
            </a:lvl8pPr>
            <a:lvl9pPr lvl="8" algn="ctr">
              <a:lnSpc>
                <a:spcPct val="100000"/>
              </a:lnSpc>
              <a:spcBef>
                <a:spcPts val="0"/>
              </a:spcBef>
              <a:spcAft>
                <a:spcPts val="0"/>
              </a:spcAft>
              <a:buClr>
                <a:schemeClr val="lt1"/>
              </a:buClr>
              <a:buSzPts val="700"/>
              <a:buNone/>
              <a:defRPr sz="900">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3" name="Shape 93"/>
        <p:cNvGrpSpPr/>
        <p:nvPr/>
      </p:nvGrpSpPr>
      <p:grpSpPr>
        <a:xfrm>
          <a:off x="0" y="0"/>
          <a:ext cx="0" cy="0"/>
          <a:chOff x="0" y="0"/>
          <a:chExt cx="0" cy="0"/>
        </a:xfrm>
      </p:grpSpPr>
      <p:sp>
        <p:nvSpPr>
          <p:cNvPr id="94" name="Google Shape;94;p18"/>
          <p:cNvSpPr txBox="1"/>
          <p:nvPr>
            <p:ph type="title"/>
          </p:nvPr>
        </p:nvSpPr>
        <p:spPr>
          <a:xfrm>
            <a:off x="694425" y="700163"/>
            <a:ext cx="775515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ctr">
              <a:lnSpc>
                <a:spcPct val="100000"/>
              </a:lnSpc>
              <a:spcBef>
                <a:spcPts val="0"/>
              </a:spcBef>
              <a:spcAft>
                <a:spcPts val="0"/>
              </a:spcAft>
              <a:buSzPts val="700"/>
              <a:buNone/>
              <a:defRPr/>
            </a:lvl2pPr>
            <a:lvl3pPr lvl="2" algn="ctr">
              <a:lnSpc>
                <a:spcPct val="100000"/>
              </a:lnSpc>
              <a:spcBef>
                <a:spcPts val="0"/>
              </a:spcBef>
              <a:spcAft>
                <a:spcPts val="0"/>
              </a:spcAft>
              <a:buSzPts val="700"/>
              <a:buNone/>
              <a:defRPr/>
            </a:lvl3pPr>
            <a:lvl4pPr lvl="3" algn="ctr">
              <a:lnSpc>
                <a:spcPct val="100000"/>
              </a:lnSpc>
              <a:spcBef>
                <a:spcPts val="0"/>
              </a:spcBef>
              <a:spcAft>
                <a:spcPts val="0"/>
              </a:spcAft>
              <a:buSzPts val="700"/>
              <a:buNone/>
              <a:defRPr/>
            </a:lvl4pPr>
            <a:lvl5pPr lvl="4" algn="ctr">
              <a:lnSpc>
                <a:spcPct val="100000"/>
              </a:lnSpc>
              <a:spcBef>
                <a:spcPts val="0"/>
              </a:spcBef>
              <a:spcAft>
                <a:spcPts val="0"/>
              </a:spcAft>
              <a:buSzPts val="700"/>
              <a:buNone/>
              <a:defRPr/>
            </a:lvl5pPr>
            <a:lvl6pPr lvl="5" algn="ctr">
              <a:lnSpc>
                <a:spcPct val="100000"/>
              </a:lnSpc>
              <a:spcBef>
                <a:spcPts val="0"/>
              </a:spcBef>
              <a:spcAft>
                <a:spcPts val="0"/>
              </a:spcAft>
              <a:buSzPts val="700"/>
              <a:buNone/>
              <a:defRPr/>
            </a:lvl6pPr>
            <a:lvl7pPr lvl="6" algn="ctr">
              <a:lnSpc>
                <a:spcPct val="100000"/>
              </a:lnSpc>
              <a:spcBef>
                <a:spcPts val="0"/>
              </a:spcBef>
              <a:spcAft>
                <a:spcPts val="0"/>
              </a:spcAft>
              <a:buSzPts val="700"/>
              <a:buNone/>
              <a:defRPr/>
            </a:lvl7pPr>
            <a:lvl8pPr lvl="7" algn="ctr">
              <a:lnSpc>
                <a:spcPct val="100000"/>
              </a:lnSpc>
              <a:spcBef>
                <a:spcPts val="0"/>
              </a:spcBef>
              <a:spcAft>
                <a:spcPts val="0"/>
              </a:spcAft>
              <a:buSzPts val="700"/>
              <a:buNone/>
              <a:defRPr/>
            </a:lvl8pPr>
            <a:lvl9pPr lvl="8" algn="ctr">
              <a:lnSpc>
                <a:spcPct val="100000"/>
              </a:lnSpc>
              <a:spcBef>
                <a:spcPts val="0"/>
              </a:spcBef>
              <a:spcAft>
                <a:spcPts val="0"/>
              </a:spcAft>
              <a:buSzPts val="700"/>
              <a:buNone/>
              <a:defRPr/>
            </a:lvl9pPr>
          </a:lstStyle>
          <a:p/>
        </p:txBody>
      </p:sp>
      <p:sp>
        <p:nvSpPr>
          <p:cNvPr id="95" name="Google Shape;95;p18"/>
          <p:cNvSpPr txBox="1"/>
          <p:nvPr>
            <p:ph idx="1" type="body"/>
          </p:nvPr>
        </p:nvSpPr>
        <p:spPr>
          <a:xfrm>
            <a:off x="1440863" y="2156688"/>
            <a:ext cx="2906250" cy="2263050"/>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300"/>
              </a:spcBef>
              <a:spcAft>
                <a:spcPts val="0"/>
              </a:spcAft>
              <a:buClr>
                <a:schemeClr val="dk1"/>
              </a:buClr>
              <a:buSzPts val="1200"/>
              <a:buChar char="•"/>
              <a:defRPr/>
            </a:lvl1pPr>
            <a:lvl2pPr indent="-304800" lvl="1" marL="914400" algn="l">
              <a:lnSpc>
                <a:spcPct val="100000"/>
              </a:lnSpc>
              <a:spcBef>
                <a:spcPts val="200"/>
              </a:spcBef>
              <a:spcAft>
                <a:spcPts val="0"/>
              </a:spcAft>
              <a:buClr>
                <a:schemeClr val="dk1"/>
              </a:buClr>
              <a:buSzPts val="1200"/>
              <a:buChar char="–"/>
              <a:defRPr/>
            </a:lvl2pPr>
            <a:lvl3pPr indent="-304800" lvl="2" marL="1371600" algn="l">
              <a:lnSpc>
                <a:spcPct val="100000"/>
              </a:lnSpc>
              <a:spcBef>
                <a:spcPts val="200"/>
              </a:spcBef>
              <a:spcAft>
                <a:spcPts val="0"/>
              </a:spcAft>
              <a:buClr>
                <a:schemeClr val="dk1"/>
              </a:buClr>
              <a:buSzPts val="1200"/>
              <a:buChar char="•"/>
              <a:defRPr/>
            </a:lvl3pPr>
            <a:lvl4pPr indent="-304800" lvl="3" marL="1828800" algn="l">
              <a:lnSpc>
                <a:spcPct val="100000"/>
              </a:lnSpc>
              <a:spcBef>
                <a:spcPts val="200"/>
              </a:spcBef>
              <a:spcAft>
                <a:spcPts val="0"/>
              </a:spcAft>
              <a:buClr>
                <a:schemeClr val="dk1"/>
              </a:buClr>
              <a:buSzPts val="1200"/>
              <a:buChar char="–"/>
              <a:defRPr/>
            </a:lvl4pPr>
            <a:lvl5pPr indent="-304800" lvl="4" marL="2286000" algn="l">
              <a:lnSpc>
                <a:spcPct val="100000"/>
              </a:lnSpc>
              <a:spcBef>
                <a:spcPts val="200"/>
              </a:spcBef>
              <a:spcAft>
                <a:spcPts val="0"/>
              </a:spcAft>
              <a:buClr>
                <a:schemeClr val="dk1"/>
              </a:buClr>
              <a:buSzPts val="1200"/>
              <a:buChar char="»"/>
              <a:defRPr/>
            </a:lvl5pPr>
            <a:lvl6pPr indent="-304800" lvl="5" marL="2743200" algn="l">
              <a:lnSpc>
                <a:spcPct val="100000"/>
              </a:lnSpc>
              <a:spcBef>
                <a:spcPts val="200"/>
              </a:spcBef>
              <a:spcAft>
                <a:spcPts val="0"/>
              </a:spcAft>
              <a:buClr>
                <a:schemeClr val="dk1"/>
              </a:buClr>
              <a:buSzPts val="1200"/>
              <a:buChar char="•"/>
              <a:defRPr/>
            </a:lvl6pPr>
            <a:lvl7pPr indent="-304800" lvl="6" marL="3200400" algn="l">
              <a:lnSpc>
                <a:spcPct val="100000"/>
              </a:lnSpc>
              <a:spcBef>
                <a:spcPts val="200"/>
              </a:spcBef>
              <a:spcAft>
                <a:spcPts val="0"/>
              </a:spcAft>
              <a:buClr>
                <a:schemeClr val="dk1"/>
              </a:buClr>
              <a:buSzPts val="1200"/>
              <a:buChar char="•"/>
              <a:defRPr/>
            </a:lvl7pPr>
            <a:lvl8pPr indent="-304800" lvl="7" marL="3657600" algn="l">
              <a:lnSpc>
                <a:spcPct val="100000"/>
              </a:lnSpc>
              <a:spcBef>
                <a:spcPts val="200"/>
              </a:spcBef>
              <a:spcAft>
                <a:spcPts val="0"/>
              </a:spcAft>
              <a:buClr>
                <a:schemeClr val="dk1"/>
              </a:buClr>
              <a:buSzPts val="1200"/>
              <a:buChar char="•"/>
              <a:defRPr/>
            </a:lvl8pPr>
            <a:lvl9pPr indent="-304800" lvl="8" marL="4114800" algn="l">
              <a:lnSpc>
                <a:spcPct val="100000"/>
              </a:lnSpc>
              <a:spcBef>
                <a:spcPts val="200"/>
              </a:spcBef>
              <a:spcAft>
                <a:spcPts val="0"/>
              </a:spcAft>
              <a:buClr>
                <a:schemeClr val="dk1"/>
              </a:buClr>
              <a:buSzPts val="1200"/>
              <a:buChar char="•"/>
              <a:defRPr/>
            </a:lvl9pPr>
          </a:lstStyle>
          <a:p/>
        </p:txBody>
      </p:sp>
      <p:sp>
        <p:nvSpPr>
          <p:cNvPr id="96" name="Google Shape;96;p18"/>
          <p:cNvSpPr txBox="1"/>
          <p:nvPr>
            <p:ph idx="2" type="body"/>
          </p:nvPr>
        </p:nvSpPr>
        <p:spPr>
          <a:xfrm>
            <a:off x="4456817" y="2156688"/>
            <a:ext cx="2906250" cy="2263050"/>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300"/>
              </a:spcBef>
              <a:spcAft>
                <a:spcPts val="0"/>
              </a:spcAft>
              <a:buClr>
                <a:schemeClr val="dk1"/>
              </a:buClr>
              <a:buSzPts val="1200"/>
              <a:buChar char="•"/>
              <a:defRPr/>
            </a:lvl1pPr>
            <a:lvl2pPr indent="-304800" lvl="1" marL="914400" algn="l">
              <a:lnSpc>
                <a:spcPct val="100000"/>
              </a:lnSpc>
              <a:spcBef>
                <a:spcPts val="200"/>
              </a:spcBef>
              <a:spcAft>
                <a:spcPts val="0"/>
              </a:spcAft>
              <a:buClr>
                <a:schemeClr val="dk1"/>
              </a:buClr>
              <a:buSzPts val="1200"/>
              <a:buChar char="–"/>
              <a:defRPr/>
            </a:lvl2pPr>
            <a:lvl3pPr indent="-304800" lvl="2" marL="1371600" algn="l">
              <a:lnSpc>
                <a:spcPct val="100000"/>
              </a:lnSpc>
              <a:spcBef>
                <a:spcPts val="200"/>
              </a:spcBef>
              <a:spcAft>
                <a:spcPts val="0"/>
              </a:spcAft>
              <a:buClr>
                <a:schemeClr val="dk1"/>
              </a:buClr>
              <a:buSzPts val="1200"/>
              <a:buChar char="•"/>
              <a:defRPr/>
            </a:lvl3pPr>
            <a:lvl4pPr indent="-304800" lvl="3" marL="1828800" algn="l">
              <a:lnSpc>
                <a:spcPct val="100000"/>
              </a:lnSpc>
              <a:spcBef>
                <a:spcPts val="200"/>
              </a:spcBef>
              <a:spcAft>
                <a:spcPts val="0"/>
              </a:spcAft>
              <a:buClr>
                <a:schemeClr val="dk1"/>
              </a:buClr>
              <a:buSzPts val="1200"/>
              <a:buChar char="–"/>
              <a:defRPr/>
            </a:lvl4pPr>
            <a:lvl5pPr indent="-304800" lvl="4" marL="2286000" algn="l">
              <a:lnSpc>
                <a:spcPct val="100000"/>
              </a:lnSpc>
              <a:spcBef>
                <a:spcPts val="200"/>
              </a:spcBef>
              <a:spcAft>
                <a:spcPts val="0"/>
              </a:spcAft>
              <a:buClr>
                <a:schemeClr val="dk1"/>
              </a:buClr>
              <a:buSzPts val="1200"/>
              <a:buChar char="»"/>
              <a:defRPr/>
            </a:lvl5pPr>
            <a:lvl6pPr indent="-304800" lvl="5" marL="2743200" algn="l">
              <a:lnSpc>
                <a:spcPct val="100000"/>
              </a:lnSpc>
              <a:spcBef>
                <a:spcPts val="200"/>
              </a:spcBef>
              <a:spcAft>
                <a:spcPts val="0"/>
              </a:spcAft>
              <a:buClr>
                <a:schemeClr val="dk1"/>
              </a:buClr>
              <a:buSzPts val="1200"/>
              <a:buChar char="•"/>
              <a:defRPr/>
            </a:lvl6pPr>
            <a:lvl7pPr indent="-304800" lvl="6" marL="3200400" algn="l">
              <a:lnSpc>
                <a:spcPct val="100000"/>
              </a:lnSpc>
              <a:spcBef>
                <a:spcPts val="200"/>
              </a:spcBef>
              <a:spcAft>
                <a:spcPts val="0"/>
              </a:spcAft>
              <a:buClr>
                <a:schemeClr val="dk1"/>
              </a:buClr>
              <a:buSzPts val="1200"/>
              <a:buChar char="•"/>
              <a:defRPr/>
            </a:lvl7pPr>
            <a:lvl8pPr indent="-304800" lvl="7" marL="3657600" algn="l">
              <a:lnSpc>
                <a:spcPct val="100000"/>
              </a:lnSpc>
              <a:spcBef>
                <a:spcPts val="200"/>
              </a:spcBef>
              <a:spcAft>
                <a:spcPts val="0"/>
              </a:spcAft>
              <a:buClr>
                <a:schemeClr val="dk1"/>
              </a:buClr>
              <a:buSzPts val="1200"/>
              <a:buChar char="•"/>
              <a:defRPr/>
            </a:lvl8pPr>
            <a:lvl9pPr indent="-304800" lvl="8" marL="4114800" algn="l">
              <a:lnSpc>
                <a:spcPct val="100000"/>
              </a:lnSpc>
              <a:spcBef>
                <a:spcPts val="200"/>
              </a:spcBef>
              <a:spcAft>
                <a:spcPts val="0"/>
              </a:spcAft>
              <a:buClr>
                <a:schemeClr val="dk1"/>
              </a:buClr>
              <a:buSzPts val="1200"/>
              <a:buChar char="•"/>
              <a:defRPr/>
            </a:lvl9pPr>
          </a:lstStyle>
          <a:p/>
        </p:txBody>
      </p:sp>
      <p:grpSp>
        <p:nvGrpSpPr>
          <p:cNvPr id="97" name="Google Shape;97;p18"/>
          <p:cNvGrpSpPr/>
          <p:nvPr/>
        </p:nvGrpSpPr>
        <p:grpSpPr>
          <a:xfrm>
            <a:off x="8051229" y="-187100"/>
            <a:ext cx="1402893" cy="1402893"/>
            <a:chOff x="0" y="0"/>
            <a:chExt cx="812800" cy="812800"/>
          </a:xfrm>
        </p:grpSpPr>
        <p:sp>
          <p:nvSpPr>
            <p:cNvPr id="98" name="Google Shape;98;p18"/>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99" name="Google Shape;99;p18"/>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100" name="Google Shape;100;p18"/>
          <p:cNvPicPr preferRelativeResize="0"/>
          <p:nvPr/>
        </p:nvPicPr>
        <p:blipFill rotWithShape="1">
          <a:blip r:embed="rId2">
            <a:alphaModFix/>
          </a:blip>
          <a:srcRect b="0" l="0" r="0" t="0"/>
          <a:stretch/>
        </p:blipFill>
        <p:spPr>
          <a:xfrm>
            <a:off x="8246523" y="705026"/>
            <a:ext cx="558850" cy="529437"/>
          </a:xfrm>
          <a:prstGeom prst="rect">
            <a:avLst/>
          </a:prstGeom>
          <a:noFill/>
          <a:ln>
            <a:noFill/>
          </a:ln>
        </p:spPr>
      </p:pic>
      <p:grpSp>
        <p:nvGrpSpPr>
          <p:cNvPr id="101" name="Google Shape;101;p18"/>
          <p:cNvGrpSpPr/>
          <p:nvPr/>
        </p:nvGrpSpPr>
        <p:grpSpPr>
          <a:xfrm>
            <a:off x="-1675794" y="1210251"/>
            <a:ext cx="2190130" cy="2190130"/>
            <a:chOff x="0" y="0"/>
            <a:chExt cx="812800" cy="812800"/>
          </a:xfrm>
        </p:grpSpPr>
        <p:sp>
          <p:nvSpPr>
            <p:cNvPr id="102" name="Google Shape;102;p18"/>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103" name="Google Shape;103;p18"/>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04" name="Google Shape;104;p18"/>
          <p:cNvGrpSpPr/>
          <p:nvPr/>
        </p:nvGrpSpPr>
        <p:grpSpPr>
          <a:xfrm>
            <a:off x="-473288" y="2345860"/>
            <a:ext cx="946587" cy="946587"/>
            <a:chOff x="0" y="0"/>
            <a:chExt cx="812800" cy="812800"/>
          </a:xfrm>
        </p:grpSpPr>
        <p:sp>
          <p:nvSpPr>
            <p:cNvPr id="105" name="Google Shape;105;p18"/>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A357"/>
              </a:solidFill>
              <a:prstDash val="solid"/>
              <a:miter lim="80"/>
              <a:headEnd len="sm" w="sm" type="none"/>
              <a:tailEnd len="sm" w="sm" type="none"/>
            </a:ln>
          </p:spPr>
        </p:sp>
        <p:sp>
          <p:nvSpPr>
            <p:cNvPr id="106" name="Google Shape;106;p18"/>
            <p:cNvSpPr txBox="1"/>
            <p:nvPr/>
          </p:nvSpPr>
          <p:spPr>
            <a:xfrm>
              <a:off x="88900" y="41275"/>
              <a:ext cx="635100" cy="682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107" name="Google Shape;107;p18"/>
          <p:cNvPicPr preferRelativeResize="0"/>
          <p:nvPr/>
        </p:nvPicPr>
        <p:blipFill rotWithShape="1">
          <a:blip r:embed="rId3">
            <a:alphaModFix/>
          </a:blip>
          <a:srcRect b="0" l="0" r="0" t="0"/>
          <a:stretch/>
        </p:blipFill>
        <p:spPr>
          <a:xfrm>
            <a:off x="3683609" y="4480613"/>
            <a:ext cx="805727" cy="439488"/>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8" name="Shape 108"/>
        <p:cNvGrpSpPr/>
        <p:nvPr/>
      </p:nvGrpSpPr>
      <p:grpSpPr>
        <a:xfrm>
          <a:off x="0" y="0"/>
          <a:ext cx="0" cy="0"/>
          <a:chOff x="0" y="0"/>
          <a:chExt cx="0" cy="0"/>
        </a:xfrm>
      </p:grpSpPr>
      <p:sp>
        <p:nvSpPr>
          <p:cNvPr id="109" name="Google Shape;109;p19"/>
          <p:cNvSpPr txBox="1"/>
          <p:nvPr>
            <p:ph type="title"/>
          </p:nvPr>
        </p:nvSpPr>
        <p:spPr>
          <a:xfrm>
            <a:off x="694425" y="700163"/>
            <a:ext cx="775515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2200"/>
              <a:buFont typeface="Calibri"/>
              <a:buNone/>
              <a:defRPr/>
            </a:lvl1pPr>
            <a:lvl2pPr lvl="1" algn="ctr">
              <a:lnSpc>
                <a:spcPct val="100000"/>
              </a:lnSpc>
              <a:spcBef>
                <a:spcPts val="0"/>
              </a:spcBef>
              <a:spcAft>
                <a:spcPts val="0"/>
              </a:spcAft>
              <a:buSzPts val="700"/>
              <a:buNone/>
              <a:defRPr/>
            </a:lvl2pPr>
            <a:lvl3pPr lvl="2" algn="ctr">
              <a:lnSpc>
                <a:spcPct val="100000"/>
              </a:lnSpc>
              <a:spcBef>
                <a:spcPts val="0"/>
              </a:spcBef>
              <a:spcAft>
                <a:spcPts val="0"/>
              </a:spcAft>
              <a:buSzPts val="700"/>
              <a:buNone/>
              <a:defRPr/>
            </a:lvl3pPr>
            <a:lvl4pPr lvl="3" algn="ctr">
              <a:lnSpc>
                <a:spcPct val="100000"/>
              </a:lnSpc>
              <a:spcBef>
                <a:spcPts val="0"/>
              </a:spcBef>
              <a:spcAft>
                <a:spcPts val="0"/>
              </a:spcAft>
              <a:buSzPts val="700"/>
              <a:buNone/>
              <a:defRPr/>
            </a:lvl4pPr>
            <a:lvl5pPr lvl="4" algn="ctr">
              <a:lnSpc>
                <a:spcPct val="100000"/>
              </a:lnSpc>
              <a:spcBef>
                <a:spcPts val="0"/>
              </a:spcBef>
              <a:spcAft>
                <a:spcPts val="0"/>
              </a:spcAft>
              <a:buSzPts val="700"/>
              <a:buNone/>
              <a:defRPr/>
            </a:lvl5pPr>
            <a:lvl6pPr lvl="5" algn="ctr">
              <a:lnSpc>
                <a:spcPct val="100000"/>
              </a:lnSpc>
              <a:spcBef>
                <a:spcPts val="0"/>
              </a:spcBef>
              <a:spcAft>
                <a:spcPts val="0"/>
              </a:spcAft>
              <a:buSzPts val="700"/>
              <a:buNone/>
              <a:defRPr/>
            </a:lvl6pPr>
            <a:lvl7pPr lvl="6" algn="ctr">
              <a:lnSpc>
                <a:spcPct val="100000"/>
              </a:lnSpc>
              <a:spcBef>
                <a:spcPts val="0"/>
              </a:spcBef>
              <a:spcAft>
                <a:spcPts val="0"/>
              </a:spcAft>
              <a:buSzPts val="700"/>
              <a:buNone/>
              <a:defRPr/>
            </a:lvl7pPr>
            <a:lvl8pPr lvl="7" algn="ctr">
              <a:lnSpc>
                <a:spcPct val="100000"/>
              </a:lnSpc>
              <a:spcBef>
                <a:spcPts val="0"/>
              </a:spcBef>
              <a:spcAft>
                <a:spcPts val="0"/>
              </a:spcAft>
              <a:buSzPts val="700"/>
              <a:buNone/>
              <a:defRPr/>
            </a:lvl8pPr>
            <a:lvl9pPr lvl="8" algn="ctr">
              <a:lnSpc>
                <a:spcPct val="100000"/>
              </a:lnSpc>
              <a:spcBef>
                <a:spcPts val="0"/>
              </a:spcBef>
              <a:spcAft>
                <a:spcPts val="0"/>
              </a:spcAft>
              <a:buSzPts val="700"/>
              <a:buNone/>
              <a:defRPr/>
            </a:lvl9pPr>
          </a:lstStyle>
          <a:p/>
        </p:txBody>
      </p:sp>
      <p:sp>
        <p:nvSpPr>
          <p:cNvPr id="110" name="Google Shape;110;p19"/>
          <p:cNvSpPr txBox="1"/>
          <p:nvPr>
            <p:ph idx="1" type="body"/>
          </p:nvPr>
        </p:nvSpPr>
        <p:spPr>
          <a:xfrm>
            <a:off x="1460513" y="2429600"/>
            <a:ext cx="2734800" cy="1975650"/>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a:lvl1pPr>
            <a:lvl2pPr indent="-304800" lvl="1" marL="914400" algn="l">
              <a:lnSpc>
                <a:spcPct val="100000"/>
              </a:lnSpc>
              <a:spcBef>
                <a:spcPts val="200"/>
              </a:spcBef>
              <a:spcAft>
                <a:spcPts val="0"/>
              </a:spcAft>
              <a:buClr>
                <a:schemeClr val="dk1"/>
              </a:buClr>
              <a:buSzPts val="1200"/>
              <a:buChar char="–"/>
              <a:defRPr/>
            </a:lvl2pPr>
            <a:lvl3pPr indent="-304800" lvl="2" marL="1371600" algn="l">
              <a:lnSpc>
                <a:spcPct val="100000"/>
              </a:lnSpc>
              <a:spcBef>
                <a:spcPts val="200"/>
              </a:spcBef>
              <a:spcAft>
                <a:spcPts val="0"/>
              </a:spcAft>
              <a:buClr>
                <a:schemeClr val="dk1"/>
              </a:buClr>
              <a:buSzPts val="1200"/>
              <a:buChar char="•"/>
              <a:defRPr/>
            </a:lvl3pPr>
            <a:lvl4pPr indent="-304800" lvl="3" marL="1828800" algn="l">
              <a:lnSpc>
                <a:spcPct val="100000"/>
              </a:lnSpc>
              <a:spcBef>
                <a:spcPts val="200"/>
              </a:spcBef>
              <a:spcAft>
                <a:spcPts val="0"/>
              </a:spcAft>
              <a:buClr>
                <a:schemeClr val="dk1"/>
              </a:buClr>
              <a:buSzPts val="1200"/>
              <a:buChar char="–"/>
              <a:defRPr/>
            </a:lvl4pPr>
            <a:lvl5pPr indent="-304800" lvl="4" marL="2286000" algn="l">
              <a:lnSpc>
                <a:spcPct val="100000"/>
              </a:lnSpc>
              <a:spcBef>
                <a:spcPts val="200"/>
              </a:spcBef>
              <a:spcAft>
                <a:spcPts val="0"/>
              </a:spcAft>
              <a:buClr>
                <a:schemeClr val="dk1"/>
              </a:buClr>
              <a:buSzPts val="1200"/>
              <a:buChar char="»"/>
              <a:defRPr/>
            </a:lvl5pPr>
            <a:lvl6pPr indent="-304800" lvl="5" marL="2743200" algn="l">
              <a:lnSpc>
                <a:spcPct val="100000"/>
              </a:lnSpc>
              <a:spcBef>
                <a:spcPts val="200"/>
              </a:spcBef>
              <a:spcAft>
                <a:spcPts val="0"/>
              </a:spcAft>
              <a:buClr>
                <a:schemeClr val="dk1"/>
              </a:buClr>
              <a:buSzPts val="1200"/>
              <a:buChar char="•"/>
              <a:defRPr/>
            </a:lvl6pPr>
            <a:lvl7pPr indent="-304800" lvl="6" marL="3200400" algn="l">
              <a:lnSpc>
                <a:spcPct val="100000"/>
              </a:lnSpc>
              <a:spcBef>
                <a:spcPts val="200"/>
              </a:spcBef>
              <a:spcAft>
                <a:spcPts val="0"/>
              </a:spcAft>
              <a:buClr>
                <a:schemeClr val="dk1"/>
              </a:buClr>
              <a:buSzPts val="1200"/>
              <a:buChar char="•"/>
              <a:defRPr/>
            </a:lvl7pPr>
            <a:lvl8pPr indent="-304800" lvl="7" marL="3657600" algn="l">
              <a:lnSpc>
                <a:spcPct val="100000"/>
              </a:lnSpc>
              <a:spcBef>
                <a:spcPts val="200"/>
              </a:spcBef>
              <a:spcAft>
                <a:spcPts val="0"/>
              </a:spcAft>
              <a:buClr>
                <a:schemeClr val="dk1"/>
              </a:buClr>
              <a:buSzPts val="1200"/>
              <a:buChar char="•"/>
              <a:defRPr/>
            </a:lvl8pPr>
            <a:lvl9pPr indent="-304800" lvl="8" marL="4114800" algn="l">
              <a:lnSpc>
                <a:spcPct val="100000"/>
              </a:lnSpc>
              <a:spcBef>
                <a:spcPts val="200"/>
              </a:spcBef>
              <a:spcAft>
                <a:spcPts val="0"/>
              </a:spcAft>
              <a:buClr>
                <a:schemeClr val="dk1"/>
              </a:buClr>
              <a:buSzPts val="1200"/>
              <a:buChar char="•"/>
              <a:defRPr/>
            </a:lvl9pPr>
          </a:lstStyle>
          <a:p/>
        </p:txBody>
      </p:sp>
      <p:sp>
        <p:nvSpPr>
          <p:cNvPr id="111" name="Google Shape;111;p19"/>
          <p:cNvSpPr txBox="1"/>
          <p:nvPr>
            <p:ph idx="2" type="body"/>
          </p:nvPr>
        </p:nvSpPr>
        <p:spPr>
          <a:xfrm>
            <a:off x="4295229" y="2429600"/>
            <a:ext cx="2736000" cy="1975650"/>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a:lvl1pPr>
            <a:lvl2pPr indent="-304800" lvl="1" marL="914400" algn="l">
              <a:lnSpc>
                <a:spcPct val="100000"/>
              </a:lnSpc>
              <a:spcBef>
                <a:spcPts val="200"/>
              </a:spcBef>
              <a:spcAft>
                <a:spcPts val="0"/>
              </a:spcAft>
              <a:buClr>
                <a:schemeClr val="dk1"/>
              </a:buClr>
              <a:buSzPts val="1200"/>
              <a:buChar char="–"/>
              <a:defRPr/>
            </a:lvl2pPr>
            <a:lvl3pPr indent="-304800" lvl="2" marL="1371600" algn="l">
              <a:lnSpc>
                <a:spcPct val="100000"/>
              </a:lnSpc>
              <a:spcBef>
                <a:spcPts val="200"/>
              </a:spcBef>
              <a:spcAft>
                <a:spcPts val="0"/>
              </a:spcAft>
              <a:buClr>
                <a:schemeClr val="dk1"/>
              </a:buClr>
              <a:buSzPts val="1200"/>
              <a:buChar char="•"/>
              <a:defRPr/>
            </a:lvl3pPr>
            <a:lvl4pPr indent="-304800" lvl="3" marL="1828800" algn="l">
              <a:lnSpc>
                <a:spcPct val="100000"/>
              </a:lnSpc>
              <a:spcBef>
                <a:spcPts val="200"/>
              </a:spcBef>
              <a:spcAft>
                <a:spcPts val="0"/>
              </a:spcAft>
              <a:buClr>
                <a:schemeClr val="dk1"/>
              </a:buClr>
              <a:buSzPts val="1200"/>
              <a:buChar char="–"/>
              <a:defRPr/>
            </a:lvl4pPr>
            <a:lvl5pPr indent="-304800" lvl="4" marL="2286000" algn="l">
              <a:lnSpc>
                <a:spcPct val="100000"/>
              </a:lnSpc>
              <a:spcBef>
                <a:spcPts val="200"/>
              </a:spcBef>
              <a:spcAft>
                <a:spcPts val="0"/>
              </a:spcAft>
              <a:buClr>
                <a:schemeClr val="dk1"/>
              </a:buClr>
              <a:buSzPts val="1200"/>
              <a:buChar char="»"/>
              <a:defRPr/>
            </a:lvl5pPr>
            <a:lvl6pPr indent="-304800" lvl="5" marL="2743200" algn="l">
              <a:lnSpc>
                <a:spcPct val="100000"/>
              </a:lnSpc>
              <a:spcBef>
                <a:spcPts val="200"/>
              </a:spcBef>
              <a:spcAft>
                <a:spcPts val="0"/>
              </a:spcAft>
              <a:buClr>
                <a:schemeClr val="dk1"/>
              </a:buClr>
              <a:buSzPts val="1200"/>
              <a:buChar char="•"/>
              <a:defRPr/>
            </a:lvl6pPr>
            <a:lvl7pPr indent="-304800" lvl="6" marL="3200400" algn="l">
              <a:lnSpc>
                <a:spcPct val="100000"/>
              </a:lnSpc>
              <a:spcBef>
                <a:spcPts val="200"/>
              </a:spcBef>
              <a:spcAft>
                <a:spcPts val="0"/>
              </a:spcAft>
              <a:buClr>
                <a:schemeClr val="dk1"/>
              </a:buClr>
              <a:buSzPts val="1200"/>
              <a:buChar char="•"/>
              <a:defRPr/>
            </a:lvl7pPr>
            <a:lvl8pPr indent="-304800" lvl="7" marL="3657600" algn="l">
              <a:lnSpc>
                <a:spcPct val="100000"/>
              </a:lnSpc>
              <a:spcBef>
                <a:spcPts val="200"/>
              </a:spcBef>
              <a:spcAft>
                <a:spcPts val="0"/>
              </a:spcAft>
              <a:buClr>
                <a:schemeClr val="dk1"/>
              </a:buClr>
              <a:buSzPts val="1200"/>
              <a:buChar char="•"/>
              <a:defRPr/>
            </a:lvl8pPr>
            <a:lvl9pPr indent="-304800" lvl="8" marL="4114800" algn="l">
              <a:lnSpc>
                <a:spcPct val="100000"/>
              </a:lnSpc>
              <a:spcBef>
                <a:spcPts val="200"/>
              </a:spcBef>
              <a:spcAft>
                <a:spcPts val="0"/>
              </a:spcAft>
              <a:buClr>
                <a:schemeClr val="dk1"/>
              </a:buClr>
              <a:buSzPts val="1200"/>
              <a:buChar char="•"/>
              <a:defRPr/>
            </a:lvl9pPr>
          </a:lstStyle>
          <a:p/>
        </p:txBody>
      </p:sp>
      <p:grpSp>
        <p:nvGrpSpPr>
          <p:cNvPr id="112" name="Google Shape;112;p19"/>
          <p:cNvGrpSpPr/>
          <p:nvPr/>
        </p:nvGrpSpPr>
        <p:grpSpPr>
          <a:xfrm>
            <a:off x="8619311" y="2250934"/>
            <a:ext cx="839298" cy="839297"/>
            <a:chOff x="0" y="0"/>
            <a:chExt cx="812800" cy="812800"/>
          </a:xfrm>
        </p:grpSpPr>
        <p:sp>
          <p:nvSpPr>
            <p:cNvPr id="113" name="Google Shape;113;p19"/>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114" name="Google Shape;114;p19"/>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15" name="Google Shape;115;p19"/>
          <p:cNvGrpSpPr/>
          <p:nvPr/>
        </p:nvGrpSpPr>
        <p:grpSpPr>
          <a:xfrm>
            <a:off x="-1095072" y="-677479"/>
            <a:ext cx="2190130" cy="2190130"/>
            <a:chOff x="0" y="0"/>
            <a:chExt cx="812800" cy="812800"/>
          </a:xfrm>
        </p:grpSpPr>
        <p:sp>
          <p:nvSpPr>
            <p:cNvPr id="116" name="Google Shape;116;p19"/>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117" name="Google Shape;117;p19"/>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18" name="Google Shape;118;p19"/>
          <p:cNvGrpSpPr/>
          <p:nvPr/>
        </p:nvGrpSpPr>
        <p:grpSpPr>
          <a:xfrm>
            <a:off x="460244" y="641579"/>
            <a:ext cx="703479" cy="703479"/>
            <a:chOff x="0" y="0"/>
            <a:chExt cx="812800" cy="812800"/>
          </a:xfrm>
        </p:grpSpPr>
        <p:sp>
          <p:nvSpPr>
            <p:cNvPr id="119" name="Google Shape;119;p19"/>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A357"/>
              </a:solidFill>
              <a:prstDash val="solid"/>
              <a:miter lim="80"/>
              <a:headEnd len="sm" w="sm" type="none"/>
              <a:tailEnd len="sm" w="sm" type="none"/>
            </a:ln>
          </p:spPr>
        </p:sp>
        <p:sp>
          <p:nvSpPr>
            <p:cNvPr id="120" name="Google Shape;120;p19"/>
            <p:cNvSpPr txBox="1"/>
            <p:nvPr/>
          </p:nvSpPr>
          <p:spPr>
            <a:xfrm>
              <a:off x="88900" y="41275"/>
              <a:ext cx="635100" cy="682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121" name="Google Shape;121;p19"/>
          <p:cNvPicPr preferRelativeResize="0"/>
          <p:nvPr/>
        </p:nvPicPr>
        <p:blipFill rotWithShape="1">
          <a:blip r:embed="rId2">
            <a:alphaModFix/>
          </a:blip>
          <a:srcRect b="0" l="0" r="0" t="0"/>
          <a:stretch/>
        </p:blipFill>
        <p:spPr>
          <a:xfrm>
            <a:off x="254310" y="1053563"/>
            <a:ext cx="577475" cy="547081"/>
          </a:xfrm>
          <a:prstGeom prst="rect">
            <a:avLst/>
          </a:prstGeom>
          <a:noFill/>
          <a:ln>
            <a:noFill/>
          </a:ln>
        </p:spPr>
      </p:pic>
      <p:pic>
        <p:nvPicPr>
          <p:cNvPr id="122" name="Google Shape;122;p19"/>
          <p:cNvPicPr preferRelativeResize="0"/>
          <p:nvPr/>
        </p:nvPicPr>
        <p:blipFill rotWithShape="1">
          <a:blip r:embed="rId2">
            <a:alphaModFix/>
          </a:blip>
          <a:srcRect b="0" l="0" r="0" t="0"/>
          <a:stretch/>
        </p:blipFill>
        <p:spPr>
          <a:xfrm>
            <a:off x="8444248" y="2117913"/>
            <a:ext cx="577475" cy="547081"/>
          </a:xfrm>
          <a:prstGeom prst="rect">
            <a:avLst/>
          </a:prstGeom>
          <a:noFill/>
          <a:ln>
            <a:noFill/>
          </a:ln>
        </p:spPr>
      </p:pic>
      <p:pic>
        <p:nvPicPr>
          <p:cNvPr id="123" name="Google Shape;123;p19"/>
          <p:cNvPicPr preferRelativeResize="0"/>
          <p:nvPr/>
        </p:nvPicPr>
        <p:blipFill rotWithShape="1">
          <a:blip r:embed="rId3">
            <a:alphaModFix/>
          </a:blip>
          <a:srcRect b="0" l="0" r="0" t="0"/>
          <a:stretch/>
        </p:blipFill>
        <p:spPr>
          <a:xfrm>
            <a:off x="8389025" y="288819"/>
            <a:ext cx="428200" cy="789111"/>
          </a:xfrm>
          <a:prstGeom prst="rect">
            <a:avLst/>
          </a:prstGeom>
          <a:noFill/>
          <a:ln>
            <a:noFill/>
          </a:ln>
        </p:spPr>
      </p:pic>
      <p:pic>
        <p:nvPicPr>
          <p:cNvPr id="124" name="Google Shape;124;p19"/>
          <p:cNvPicPr preferRelativeResize="0"/>
          <p:nvPr/>
        </p:nvPicPr>
        <p:blipFill rotWithShape="1">
          <a:blip r:embed="rId4">
            <a:alphaModFix/>
          </a:blip>
          <a:srcRect b="0" l="0" r="0" t="0"/>
          <a:stretch/>
        </p:blipFill>
        <p:spPr>
          <a:xfrm>
            <a:off x="460248" y="3852218"/>
            <a:ext cx="419038" cy="773843"/>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5" name="Shape 125"/>
        <p:cNvGrpSpPr/>
        <p:nvPr/>
      </p:nvGrpSpPr>
      <p:grpSpPr>
        <a:xfrm>
          <a:off x="0" y="0"/>
          <a:ext cx="0" cy="0"/>
          <a:chOff x="0" y="0"/>
          <a:chExt cx="0" cy="0"/>
        </a:xfrm>
      </p:grpSpPr>
      <p:sp>
        <p:nvSpPr>
          <p:cNvPr id="126" name="Google Shape;126;p20"/>
          <p:cNvSpPr txBox="1"/>
          <p:nvPr>
            <p:ph type="title"/>
          </p:nvPr>
        </p:nvSpPr>
        <p:spPr>
          <a:xfrm>
            <a:off x="694425" y="700163"/>
            <a:ext cx="775515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ctr">
              <a:lnSpc>
                <a:spcPct val="100000"/>
              </a:lnSpc>
              <a:spcBef>
                <a:spcPts val="0"/>
              </a:spcBef>
              <a:spcAft>
                <a:spcPts val="0"/>
              </a:spcAft>
              <a:buSzPts val="700"/>
              <a:buNone/>
              <a:defRPr/>
            </a:lvl2pPr>
            <a:lvl3pPr lvl="2" algn="ctr">
              <a:lnSpc>
                <a:spcPct val="100000"/>
              </a:lnSpc>
              <a:spcBef>
                <a:spcPts val="0"/>
              </a:spcBef>
              <a:spcAft>
                <a:spcPts val="0"/>
              </a:spcAft>
              <a:buSzPts val="700"/>
              <a:buNone/>
              <a:defRPr/>
            </a:lvl3pPr>
            <a:lvl4pPr lvl="3" algn="ctr">
              <a:lnSpc>
                <a:spcPct val="100000"/>
              </a:lnSpc>
              <a:spcBef>
                <a:spcPts val="0"/>
              </a:spcBef>
              <a:spcAft>
                <a:spcPts val="0"/>
              </a:spcAft>
              <a:buSzPts val="700"/>
              <a:buNone/>
              <a:defRPr/>
            </a:lvl4pPr>
            <a:lvl5pPr lvl="4" algn="ctr">
              <a:lnSpc>
                <a:spcPct val="100000"/>
              </a:lnSpc>
              <a:spcBef>
                <a:spcPts val="0"/>
              </a:spcBef>
              <a:spcAft>
                <a:spcPts val="0"/>
              </a:spcAft>
              <a:buSzPts val="700"/>
              <a:buNone/>
              <a:defRPr/>
            </a:lvl5pPr>
            <a:lvl6pPr lvl="5" algn="ctr">
              <a:lnSpc>
                <a:spcPct val="100000"/>
              </a:lnSpc>
              <a:spcBef>
                <a:spcPts val="0"/>
              </a:spcBef>
              <a:spcAft>
                <a:spcPts val="0"/>
              </a:spcAft>
              <a:buSzPts val="700"/>
              <a:buNone/>
              <a:defRPr/>
            </a:lvl6pPr>
            <a:lvl7pPr lvl="6" algn="ctr">
              <a:lnSpc>
                <a:spcPct val="100000"/>
              </a:lnSpc>
              <a:spcBef>
                <a:spcPts val="0"/>
              </a:spcBef>
              <a:spcAft>
                <a:spcPts val="0"/>
              </a:spcAft>
              <a:buSzPts val="700"/>
              <a:buNone/>
              <a:defRPr/>
            </a:lvl7pPr>
            <a:lvl8pPr lvl="7" algn="ctr">
              <a:lnSpc>
                <a:spcPct val="100000"/>
              </a:lnSpc>
              <a:spcBef>
                <a:spcPts val="0"/>
              </a:spcBef>
              <a:spcAft>
                <a:spcPts val="0"/>
              </a:spcAft>
              <a:buSzPts val="700"/>
              <a:buNone/>
              <a:defRPr/>
            </a:lvl8pPr>
            <a:lvl9pPr lvl="8" algn="ctr">
              <a:lnSpc>
                <a:spcPct val="100000"/>
              </a:lnSpc>
              <a:spcBef>
                <a:spcPts val="0"/>
              </a:spcBef>
              <a:spcAft>
                <a:spcPts val="0"/>
              </a:spcAft>
              <a:buSzPts val="700"/>
              <a:buNone/>
              <a:defRPr/>
            </a:lvl9pPr>
          </a:lstStyle>
          <a:p/>
        </p:txBody>
      </p:sp>
      <p:grpSp>
        <p:nvGrpSpPr>
          <p:cNvPr id="127" name="Google Shape;127;p20"/>
          <p:cNvGrpSpPr/>
          <p:nvPr/>
        </p:nvGrpSpPr>
        <p:grpSpPr>
          <a:xfrm>
            <a:off x="8141726" y="-690954"/>
            <a:ext cx="2190130" cy="2190130"/>
            <a:chOff x="0" y="0"/>
            <a:chExt cx="812800" cy="812800"/>
          </a:xfrm>
        </p:grpSpPr>
        <p:sp>
          <p:nvSpPr>
            <p:cNvPr id="128" name="Google Shape;128;p20"/>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129" name="Google Shape;129;p20"/>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30" name="Google Shape;130;p20"/>
          <p:cNvGrpSpPr/>
          <p:nvPr/>
        </p:nvGrpSpPr>
        <p:grpSpPr>
          <a:xfrm>
            <a:off x="8758734" y="628103"/>
            <a:ext cx="871078" cy="871078"/>
            <a:chOff x="0" y="0"/>
            <a:chExt cx="812800" cy="812800"/>
          </a:xfrm>
        </p:grpSpPr>
        <p:sp>
          <p:nvSpPr>
            <p:cNvPr id="131" name="Google Shape;131;p20"/>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A357"/>
              </a:solidFill>
              <a:prstDash val="solid"/>
              <a:miter lim="80"/>
              <a:headEnd len="sm" w="sm" type="none"/>
              <a:tailEnd len="sm" w="sm" type="none"/>
            </a:ln>
          </p:spPr>
        </p:sp>
        <p:sp>
          <p:nvSpPr>
            <p:cNvPr id="132" name="Google Shape;132;p20"/>
            <p:cNvSpPr txBox="1"/>
            <p:nvPr/>
          </p:nvSpPr>
          <p:spPr>
            <a:xfrm>
              <a:off x="88900" y="41275"/>
              <a:ext cx="635100" cy="682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33" name="Google Shape;133;p20"/>
          <p:cNvGrpSpPr/>
          <p:nvPr/>
        </p:nvGrpSpPr>
        <p:grpSpPr>
          <a:xfrm>
            <a:off x="5077373" y="4629150"/>
            <a:ext cx="871078" cy="871078"/>
            <a:chOff x="0" y="0"/>
            <a:chExt cx="812800" cy="812800"/>
          </a:xfrm>
        </p:grpSpPr>
        <p:sp>
          <p:nvSpPr>
            <p:cNvPr id="134" name="Google Shape;134;p20"/>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A357"/>
              </a:solidFill>
              <a:prstDash val="solid"/>
              <a:miter lim="80"/>
              <a:headEnd len="sm" w="sm" type="none"/>
              <a:tailEnd len="sm" w="sm" type="none"/>
            </a:ln>
          </p:spPr>
        </p:sp>
        <p:sp>
          <p:nvSpPr>
            <p:cNvPr id="135" name="Google Shape;135;p20"/>
            <p:cNvSpPr txBox="1"/>
            <p:nvPr/>
          </p:nvSpPr>
          <p:spPr>
            <a:xfrm>
              <a:off x="88900" y="41275"/>
              <a:ext cx="635100" cy="682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36" name="Google Shape;136;p20"/>
          <p:cNvGrpSpPr/>
          <p:nvPr/>
        </p:nvGrpSpPr>
        <p:grpSpPr>
          <a:xfrm>
            <a:off x="4841574" y="4807829"/>
            <a:ext cx="671332" cy="671332"/>
            <a:chOff x="0" y="0"/>
            <a:chExt cx="812800" cy="812800"/>
          </a:xfrm>
        </p:grpSpPr>
        <p:sp>
          <p:nvSpPr>
            <p:cNvPr id="137" name="Google Shape;137;p20"/>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138" name="Google Shape;138;p20"/>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139" name="Google Shape;139;p20"/>
          <p:cNvPicPr preferRelativeResize="0"/>
          <p:nvPr/>
        </p:nvPicPr>
        <p:blipFill rotWithShape="1">
          <a:blip r:embed="rId2">
            <a:alphaModFix/>
          </a:blip>
          <a:srcRect b="0" l="0" r="0" t="0"/>
          <a:stretch/>
        </p:blipFill>
        <p:spPr>
          <a:xfrm>
            <a:off x="-110887" y="4702924"/>
            <a:ext cx="572850" cy="539350"/>
          </a:xfrm>
          <a:prstGeom prst="rect">
            <a:avLst/>
          </a:prstGeom>
          <a:noFill/>
          <a:ln>
            <a:noFill/>
          </a:ln>
        </p:spPr>
      </p:pic>
      <p:pic>
        <p:nvPicPr>
          <p:cNvPr id="140" name="Google Shape;140;p20"/>
          <p:cNvPicPr preferRelativeResize="0"/>
          <p:nvPr/>
        </p:nvPicPr>
        <p:blipFill rotWithShape="1">
          <a:blip r:embed="rId3">
            <a:alphaModFix/>
          </a:blip>
          <a:srcRect b="0" l="0" r="0" t="0"/>
          <a:stretch/>
        </p:blipFill>
        <p:spPr>
          <a:xfrm>
            <a:off x="8510050" y="1249050"/>
            <a:ext cx="491462" cy="4654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1" name="Shape 141"/>
        <p:cNvGrpSpPr/>
        <p:nvPr/>
      </p:nvGrpSpPr>
      <p:grpSpPr>
        <a:xfrm>
          <a:off x="0" y="0"/>
          <a:ext cx="0" cy="0"/>
          <a:chOff x="0" y="0"/>
          <a:chExt cx="0" cy="0"/>
        </a:xfrm>
      </p:grpSpPr>
      <p:sp>
        <p:nvSpPr>
          <p:cNvPr id="142" name="Google Shape;142;p21"/>
          <p:cNvSpPr txBox="1"/>
          <p:nvPr>
            <p:ph idx="1" type="body"/>
          </p:nvPr>
        </p:nvSpPr>
        <p:spPr>
          <a:xfrm>
            <a:off x="3871913" y="2131875"/>
            <a:ext cx="2887950" cy="2075100"/>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300"/>
              </a:spcBef>
              <a:spcAft>
                <a:spcPts val="0"/>
              </a:spcAft>
              <a:buClr>
                <a:schemeClr val="dk1"/>
              </a:buClr>
              <a:buSzPts val="1200"/>
              <a:buChar char="•"/>
              <a:defRPr/>
            </a:lvl1pPr>
            <a:lvl2pPr indent="-304800" lvl="1" marL="914400" algn="l">
              <a:lnSpc>
                <a:spcPct val="100000"/>
              </a:lnSpc>
              <a:spcBef>
                <a:spcPts val="300"/>
              </a:spcBef>
              <a:spcAft>
                <a:spcPts val="0"/>
              </a:spcAft>
              <a:buClr>
                <a:schemeClr val="dk1"/>
              </a:buClr>
              <a:buSzPts val="1200"/>
              <a:buChar char="–"/>
              <a:defRPr/>
            </a:lvl2pPr>
            <a:lvl3pPr indent="-304800" lvl="2" marL="1371600" algn="l">
              <a:lnSpc>
                <a:spcPct val="100000"/>
              </a:lnSpc>
              <a:spcBef>
                <a:spcPts val="200"/>
              </a:spcBef>
              <a:spcAft>
                <a:spcPts val="0"/>
              </a:spcAft>
              <a:buClr>
                <a:schemeClr val="dk1"/>
              </a:buClr>
              <a:buSzPts val="1200"/>
              <a:buChar char="•"/>
              <a:defRPr/>
            </a:lvl3pPr>
            <a:lvl4pPr indent="-304800" lvl="3" marL="1828800" algn="l">
              <a:lnSpc>
                <a:spcPct val="100000"/>
              </a:lnSpc>
              <a:spcBef>
                <a:spcPts val="200"/>
              </a:spcBef>
              <a:spcAft>
                <a:spcPts val="0"/>
              </a:spcAft>
              <a:buClr>
                <a:schemeClr val="dk1"/>
              </a:buClr>
              <a:buSzPts val="1200"/>
              <a:buChar char="–"/>
              <a:defRPr/>
            </a:lvl4pPr>
            <a:lvl5pPr indent="-304800" lvl="4" marL="2286000" algn="l">
              <a:lnSpc>
                <a:spcPct val="100000"/>
              </a:lnSpc>
              <a:spcBef>
                <a:spcPts val="200"/>
              </a:spcBef>
              <a:spcAft>
                <a:spcPts val="0"/>
              </a:spcAft>
              <a:buClr>
                <a:schemeClr val="dk1"/>
              </a:buClr>
              <a:buSzPts val="1200"/>
              <a:buChar char="»"/>
              <a:defRPr/>
            </a:lvl5pPr>
            <a:lvl6pPr indent="-304800" lvl="5" marL="2743200" algn="l">
              <a:lnSpc>
                <a:spcPct val="100000"/>
              </a:lnSpc>
              <a:spcBef>
                <a:spcPts val="200"/>
              </a:spcBef>
              <a:spcAft>
                <a:spcPts val="0"/>
              </a:spcAft>
              <a:buClr>
                <a:schemeClr val="dk1"/>
              </a:buClr>
              <a:buSzPts val="1200"/>
              <a:buChar char="•"/>
              <a:defRPr/>
            </a:lvl6pPr>
            <a:lvl7pPr indent="-304800" lvl="6" marL="3200400" algn="l">
              <a:lnSpc>
                <a:spcPct val="100000"/>
              </a:lnSpc>
              <a:spcBef>
                <a:spcPts val="200"/>
              </a:spcBef>
              <a:spcAft>
                <a:spcPts val="0"/>
              </a:spcAft>
              <a:buClr>
                <a:schemeClr val="dk1"/>
              </a:buClr>
              <a:buSzPts val="1200"/>
              <a:buChar char="•"/>
              <a:defRPr/>
            </a:lvl7pPr>
            <a:lvl8pPr indent="-304800" lvl="7" marL="3657600" algn="l">
              <a:lnSpc>
                <a:spcPct val="100000"/>
              </a:lnSpc>
              <a:spcBef>
                <a:spcPts val="200"/>
              </a:spcBef>
              <a:spcAft>
                <a:spcPts val="0"/>
              </a:spcAft>
              <a:buClr>
                <a:schemeClr val="dk1"/>
              </a:buClr>
              <a:buSzPts val="1200"/>
              <a:buChar char="•"/>
              <a:defRPr/>
            </a:lvl8pPr>
            <a:lvl9pPr indent="-304800" lvl="8" marL="4114800" algn="l">
              <a:lnSpc>
                <a:spcPct val="100000"/>
              </a:lnSpc>
              <a:spcBef>
                <a:spcPts val="200"/>
              </a:spcBef>
              <a:spcAft>
                <a:spcPts val="0"/>
              </a:spcAft>
              <a:buClr>
                <a:schemeClr val="dk1"/>
              </a:buClr>
              <a:buSzPts val="1200"/>
              <a:buChar char="•"/>
              <a:defRPr/>
            </a:lvl9pPr>
          </a:lstStyle>
          <a:p/>
        </p:txBody>
      </p:sp>
      <p:sp>
        <p:nvSpPr>
          <p:cNvPr id="143" name="Google Shape;143;p21"/>
          <p:cNvSpPr txBox="1"/>
          <p:nvPr>
            <p:ph idx="2" type="body"/>
          </p:nvPr>
        </p:nvSpPr>
        <p:spPr>
          <a:xfrm>
            <a:off x="1056413" y="2131875"/>
            <a:ext cx="2815500" cy="2345550"/>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1200"/>
              <a:buNone/>
              <a:defRPr/>
            </a:lvl1pPr>
            <a:lvl2pPr indent="-228600" lvl="1" marL="914400" algn="l">
              <a:lnSpc>
                <a:spcPct val="100000"/>
              </a:lnSpc>
              <a:spcBef>
                <a:spcPts val="100"/>
              </a:spcBef>
              <a:spcAft>
                <a:spcPts val="0"/>
              </a:spcAft>
              <a:buClr>
                <a:schemeClr val="dk1"/>
              </a:buClr>
              <a:buSzPts val="1200"/>
              <a:buNone/>
              <a:defRPr/>
            </a:lvl2pPr>
            <a:lvl3pPr indent="-228600" lvl="2" marL="1371600" algn="l">
              <a:lnSpc>
                <a:spcPct val="100000"/>
              </a:lnSpc>
              <a:spcBef>
                <a:spcPts val="100"/>
              </a:spcBef>
              <a:spcAft>
                <a:spcPts val="0"/>
              </a:spcAft>
              <a:buClr>
                <a:schemeClr val="dk1"/>
              </a:buClr>
              <a:buSzPts val="1200"/>
              <a:buNone/>
              <a:defRPr/>
            </a:lvl3pPr>
            <a:lvl4pPr indent="-228600" lvl="3" marL="1828800" algn="l">
              <a:lnSpc>
                <a:spcPct val="100000"/>
              </a:lnSpc>
              <a:spcBef>
                <a:spcPts val="100"/>
              </a:spcBef>
              <a:spcAft>
                <a:spcPts val="0"/>
              </a:spcAft>
              <a:buClr>
                <a:schemeClr val="dk1"/>
              </a:buClr>
              <a:buSzPts val="1200"/>
              <a:buNone/>
              <a:defRPr/>
            </a:lvl4pPr>
            <a:lvl5pPr indent="-228600" lvl="4" marL="2286000" algn="l">
              <a:lnSpc>
                <a:spcPct val="100000"/>
              </a:lnSpc>
              <a:spcBef>
                <a:spcPts val="100"/>
              </a:spcBef>
              <a:spcAft>
                <a:spcPts val="0"/>
              </a:spcAft>
              <a:buClr>
                <a:schemeClr val="dk1"/>
              </a:buClr>
              <a:buSzPts val="1200"/>
              <a:buNone/>
              <a:defRPr/>
            </a:lvl5pPr>
            <a:lvl6pPr indent="-228600" lvl="5" marL="2743200" algn="l">
              <a:lnSpc>
                <a:spcPct val="100000"/>
              </a:lnSpc>
              <a:spcBef>
                <a:spcPts val="100"/>
              </a:spcBef>
              <a:spcAft>
                <a:spcPts val="0"/>
              </a:spcAft>
              <a:buClr>
                <a:schemeClr val="dk1"/>
              </a:buClr>
              <a:buSzPts val="1200"/>
              <a:buNone/>
              <a:defRPr/>
            </a:lvl6pPr>
            <a:lvl7pPr indent="-228600" lvl="6" marL="3200400" algn="l">
              <a:lnSpc>
                <a:spcPct val="100000"/>
              </a:lnSpc>
              <a:spcBef>
                <a:spcPts val="100"/>
              </a:spcBef>
              <a:spcAft>
                <a:spcPts val="0"/>
              </a:spcAft>
              <a:buClr>
                <a:schemeClr val="dk1"/>
              </a:buClr>
              <a:buSzPts val="1200"/>
              <a:buNone/>
              <a:defRPr/>
            </a:lvl7pPr>
            <a:lvl8pPr indent="-228600" lvl="7" marL="3657600" algn="l">
              <a:lnSpc>
                <a:spcPct val="100000"/>
              </a:lnSpc>
              <a:spcBef>
                <a:spcPts val="100"/>
              </a:spcBef>
              <a:spcAft>
                <a:spcPts val="0"/>
              </a:spcAft>
              <a:buClr>
                <a:schemeClr val="dk1"/>
              </a:buClr>
              <a:buSzPts val="1200"/>
              <a:buNone/>
              <a:defRPr/>
            </a:lvl8pPr>
            <a:lvl9pPr indent="-228600" lvl="8" marL="4114800" algn="l">
              <a:lnSpc>
                <a:spcPct val="100000"/>
              </a:lnSpc>
              <a:spcBef>
                <a:spcPts val="100"/>
              </a:spcBef>
              <a:spcAft>
                <a:spcPts val="0"/>
              </a:spcAft>
              <a:buClr>
                <a:schemeClr val="dk1"/>
              </a:buClr>
              <a:buSzPts val="1200"/>
              <a:buNone/>
              <a:defRPr/>
            </a:lvl9pPr>
          </a:lstStyle>
          <a:p/>
        </p:txBody>
      </p:sp>
      <p:sp>
        <p:nvSpPr>
          <p:cNvPr id="144" name="Google Shape;144;p21"/>
          <p:cNvSpPr txBox="1"/>
          <p:nvPr>
            <p:ph type="title"/>
          </p:nvPr>
        </p:nvSpPr>
        <p:spPr>
          <a:xfrm>
            <a:off x="694425" y="700163"/>
            <a:ext cx="7755150" cy="571500"/>
          </a:xfrm>
          <a:prstGeom prst="rect">
            <a:avLst/>
          </a:prstGeom>
          <a:noFill/>
          <a:ln>
            <a:noFill/>
          </a:ln>
        </p:spPr>
        <p:txBody>
          <a:bodyPr anchorCtr="0" anchor="ctr" bIns="22850" lIns="45725" spcFirstLastPara="1" rIns="45725" wrap="square" tIns="22850">
            <a:normAutofit/>
          </a:bodyPr>
          <a:lstStyle>
            <a:lvl1pPr lvl="0" marR="0" algn="ctr">
              <a:lnSpc>
                <a:spcPct val="100000"/>
              </a:lnSpc>
              <a:spcBef>
                <a:spcPts val="0"/>
              </a:spcBef>
              <a:spcAft>
                <a:spcPts val="0"/>
              </a:spcAft>
              <a:buClr>
                <a:schemeClr val="lt1"/>
              </a:buClr>
              <a:buSzPts val="4500"/>
              <a:buFont typeface="Play"/>
              <a:buNone/>
              <a:defRPr i="0" sz="4500" u="none" cap="none" strike="noStrike">
                <a:solidFill>
                  <a:schemeClr val="lt1"/>
                </a:solidFill>
                <a:latin typeface="Play"/>
                <a:ea typeface="Play"/>
                <a:cs typeface="Play"/>
                <a:sym typeface="Play"/>
              </a:defRPr>
            </a:lvl1pPr>
            <a:lvl2pPr lvl="1" algn="ctr">
              <a:lnSpc>
                <a:spcPct val="100000"/>
              </a:lnSpc>
              <a:spcBef>
                <a:spcPts val="0"/>
              </a:spcBef>
              <a:spcAft>
                <a:spcPts val="0"/>
              </a:spcAft>
              <a:buClr>
                <a:schemeClr val="lt1"/>
              </a:buClr>
              <a:buSzPts val="700"/>
              <a:buNone/>
              <a:defRPr sz="900">
                <a:solidFill>
                  <a:schemeClr val="lt1"/>
                </a:solidFill>
              </a:defRPr>
            </a:lvl2pPr>
            <a:lvl3pPr lvl="2" algn="ctr">
              <a:lnSpc>
                <a:spcPct val="100000"/>
              </a:lnSpc>
              <a:spcBef>
                <a:spcPts val="0"/>
              </a:spcBef>
              <a:spcAft>
                <a:spcPts val="0"/>
              </a:spcAft>
              <a:buClr>
                <a:schemeClr val="lt1"/>
              </a:buClr>
              <a:buSzPts val="700"/>
              <a:buNone/>
              <a:defRPr sz="900">
                <a:solidFill>
                  <a:schemeClr val="lt1"/>
                </a:solidFill>
              </a:defRPr>
            </a:lvl3pPr>
            <a:lvl4pPr lvl="3" algn="ctr">
              <a:lnSpc>
                <a:spcPct val="100000"/>
              </a:lnSpc>
              <a:spcBef>
                <a:spcPts val="0"/>
              </a:spcBef>
              <a:spcAft>
                <a:spcPts val="0"/>
              </a:spcAft>
              <a:buClr>
                <a:schemeClr val="lt1"/>
              </a:buClr>
              <a:buSzPts val="700"/>
              <a:buNone/>
              <a:defRPr sz="900">
                <a:solidFill>
                  <a:schemeClr val="lt1"/>
                </a:solidFill>
              </a:defRPr>
            </a:lvl4pPr>
            <a:lvl5pPr lvl="4" algn="ctr">
              <a:lnSpc>
                <a:spcPct val="100000"/>
              </a:lnSpc>
              <a:spcBef>
                <a:spcPts val="0"/>
              </a:spcBef>
              <a:spcAft>
                <a:spcPts val="0"/>
              </a:spcAft>
              <a:buClr>
                <a:schemeClr val="lt1"/>
              </a:buClr>
              <a:buSzPts val="700"/>
              <a:buNone/>
              <a:defRPr sz="900">
                <a:solidFill>
                  <a:schemeClr val="lt1"/>
                </a:solidFill>
              </a:defRPr>
            </a:lvl5pPr>
            <a:lvl6pPr lvl="5" algn="ctr">
              <a:lnSpc>
                <a:spcPct val="100000"/>
              </a:lnSpc>
              <a:spcBef>
                <a:spcPts val="0"/>
              </a:spcBef>
              <a:spcAft>
                <a:spcPts val="0"/>
              </a:spcAft>
              <a:buClr>
                <a:schemeClr val="lt1"/>
              </a:buClr>
              <a:buSzPts val="700"/>
              <a:buNone/>
              <a:defRPr sz="900">
                <a:solidFill>
                  <a:schemeClr val="lt1"/>
                </a:solidFill>
              </a:defRPr>
            </a:lvl6pPr>
            <a:lvl7pPr lvl="6" algn="ctr">
              <a:lnSpc>
                <a:spcPct val="100000"/>
              </a:lnSpc>
              <a:spcBef>
                <a:spcPts val="0"/>
              </a:spcBef>
              <a:spcAft>
                <a:spcPts val="0"/>
              </a:spcAft>
              <a:buClr>
                <a:schemeClr val="lt1"/>
              </a:buClr>
              <a:buSzPts val="700"/>
              <a:buNone/>
              <a:defRPr sz="900">
                <a:solidFill>
                  <a:schemeClr val="lt1"/>
                </a:solidFill>
              </a:defRPr>
            </a:lvl7pPr>
            <a:lvl8pPr lvl="7" algn="ctr">
              <a:lnSpc>
                <a:spcPct val="100000"/>
              </a:lnSpc>
              <a:spcBef>
                <a:spcPts val="0"/>
              </a:spcBef>
              <a:spcAft>
                <a:spcPts val="0"/>
              </a:spcAft>
              <a:buClr>
                <a:schemeClr val="lt1"/>
              </a:buClr>
              <a:buSzPts val="700"/>
              <a:buNone/>
              <a:defRPr sz="900">
                <a:solidFill>
                  <a:schemeClr val="lt1"/>
                </a:solidFill>
              </a:defRPr>
            </a:lvl8pPr>
            <a:lvl9pPr lvl="8" algn="ctr">
              <a:lnSpc>
                <a:spcPct val="100000"/>
              </a:lnSpc>
              <a:spcBef>
                <a:spcPts val="0"/>
              </a:spcBef>
              <a:spcAft>
                <a:spcPts val="0"/>
              </a:spcAft>
              <a:buClr>
                <a:schemeClr val="lt1"/>
              </a:buClr>
              <a:buSzPts val="700"/>
              <a:buNone/>
              <a:defRPr sz="900">
                <a:solidFill>
                  <a:schemeClr val="lt1"/>
                </a:solidFill>
              </a:defRPr>
            </a:lvl9pPr>
          </a:lstStyle>
          <a:p/>
        </p:txBody>
      </p:sp>
      <p:grpSp>
        <p:nvGrpSpPr>
          <p:cNvPr id="145" name="Google Shape;145;p21"/>
          <p:cNvGrpSpPr/>
          <p:nvPr/>
        </p:nvGrpSpPr>
        <p:grpSpPr>
          <a:xfrm>
            <a:off x="8619311" y="814764"/>
            <a:ext cx="839298" cy="839298"/>
            <a:chOff x="0" y="0"/>
            <a:chExt cx="812800" cy="812800"/>
          </a:xfrm>
        </p:grpSpPr>
        <p:sp>
          <p:nvSpPr>
            <p:cNvPr id="146" name="Google Shape;146;p21"/>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147" name="Google Shape;147;p21"/>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48" name="Google Shape;148;p21"/>
          <p:cNvGrpSpPr/>
          <p:nvPr/>
        </p:nvGrpSpPr>
        <p:grpSpPr>
          <a:xfrm>
            <a:off x="-485859" y="4286670"/>
            <a:ext cx="1579718" cy="1579717"/>
            <a:chOff x="0" y="0"/>
            <a:chExt cx="812800" cy="812800"/>
          </a:xfrm>
        </p:grpSpPr>
        <p:sp>
          <p:nvSpPr>
            <p:cNvPr id="149" name="Google Shape;149;p21"/>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150" name="Google Shape;150;p21"/>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51" name="Google Shape;151;p21"/>
          <p:cNvGrpSpPr/>
          <p:nvPr/>
        </p:nvGrpSpPr>
        <p:grpSpPr>
          <a:xfrm>
            <a:off x="78807" y="4004121"/>
            <a:ext cx="871078" cy="871078"/>
            <a:chOff x="0" y="0"/>
            <a:chExt cx="812800" cy="812800"/>
          </a:xfrm>
        </p:grpSpPr>
        <p:sp>
          <p:nvSpPr>
            <p:cNvPr id="152" name="Google Shape;152;p21"/>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A357"/>
              </a:solidFill>
              <a:prstDash val="solid"/>
              <a:miter lim="80"/>
              <a:headEnd len="sm" w="sm" type="none"/>
              <a:tailEnd len="sm" w="sm" type="none"/>
            </a:ln>
          </p:spPr>
        </p:sp>
        <p:sp>
          <p:nvSpPr>
            <p:cNvPr id="153" name="Google Shape;153;p21"/>
            <p:cNvSpPr txBox="1"/>
            <p:nvPr/>
          </p:nvSpPr>
          <p:spPr>
            <a:xfrm>
              <a:off x="88900" y="41275"/>
              <a:ext cx="635100" cy="682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154" name="Google Shape;154;p21"/>
          <p:cNvPicPr preferRelativeResize="0"/>
          <p:nvPr/>
        </p:nvPicPr>
        <p:blipFill rotWithShape="1">
          <a:blip r:embed="rId2">
            <a:alphaModFix/>
          </a:blip>
          <a:srcRect b="0" l="0" r="0" t="0"/>
          <a:stretch/>
        </p:blipFill>
        <p:spPr>
          <a:xfrm>
            <a:off x="-213490" y="421543"/>
            <a:ext cx="419038" cy="773843"/>
          </a:xfrm>
          <a:prstGeom prst="rect">
            <a:avLst/>
          </a:prstGeom>
          <a:noFill/>
          <a:ln>
            <a:noFill/>
          </a:ln>
        </p:spPr>
      </p:pic>
      <p:pic>
        <p:nvPicPr>
          <p:cNvPr id="155" name="Google Shape;155;p21"/>
          <p:cNvPicPr preferRelativeResize="0"/>
          <p:nvPr/>
        </p:nvPicPr>
        <p:blipFill rotWithShape="1">
          <a:blip r:embed="rId3">
            <a:alphaModFix/>
          </a:blip>
          <a:srcRect b="0" l="0" r="0" t="0"/>
          <a:stretch/>
        </p:blipFill>
        <p:spPr>
          <a:xfrm>
            <a:off x="8414963" y="3892113"/>
            <a:ext cx="428200" cy="789111"/>
          </a:xfrm>
          <a:prstGeom prst="rect">
            <a:avLst/>
          </a:prstGeom>
          <a:noFill/>
          <a:ln>
            <a:noFill/>
          </a:ln>
        </p:spPr>
      </p:pic>
      <p:pic>
        <p:nvPicPr>
          <p:cNvPr id="156" name="Google Shape;156;p21"/>
          <p:cNvPicPr preferRelativeResize="0"/>
          <p:nvPr/>
        </p:nvPicPr>
        <p:blipFill rotWithShape="1">
          <a:blip r:embed="rId4">
            <a:alphaModFix/>
          </a:blip>
          <a:srcRect b="0" l="0" r="0" t="0"/>
          <a:stretch/>
        </p:blipFill>
        <p:spPr>
          <a:xfrm>
            <a:off x="8414964" y="650909"/>
            <a:ext cx="577238" cy="543479"/>
          </a:xfrm>
          <a:prstGeom prst="rect">
            <a:avLst/>
          </a:prstGeom>
          <a:noFill/>
          <a:ln>
            <a:noFill/>
          </a:ln>
        </p:spPr>
      </p:pic>
      <p:pic>
        <p:nvPicPr>
          <p:cNvPr id="157" name="Google Shape;157;p21"/>
          <p:cNvPicPr preferRelativeResize="0"/>
          <p:nvPr/>
        </p:nvPicPr>
        <p:blipFill rotWithShape="1">
          <a:blip r:embed="rId5">
            <a:alphaModFix/>
          </a:blip>
          <a:srcRect b="0" l="0" r="0" t="0"/>
          <a:stretch/>
        </p:blipFill>
        <p:spPr>
          <a:xfrm>
            <a:off x="633307" y="4004125"/>
            <a:ext cx="1004415" cy="77385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8" name="Shape 158"/>
        <p:cNvGrpSpPr/>
        <p:nvPr/>
      </p:nvGrpSpPr>
      <p:grpSpPr>
        <a:xfrm>
          <a:off x="0" y="0"/>
          <a:ext cx="0" cy="0"/>
          <a:chOff x="0" y="0"/>
          <a:chExt cx="0" cy="0"/>
        </a:xfrm>
      </p:grpSpPr>
      <p:sp>
        <p:nvSpPr>
          <p:cNvPr id="159" name="Google Shape;159;p22"/>
          <p:cNvSpPr/>
          <p:nvPr>
            <p:ph idx="2" type="pic"/>
          </p:nvPr>
        </p:nvSpPr>
        <p:spPr>
          <a:xfrm>
            <a:off x="5076100" y="2438325"/>
            <a:ext cx="1969500" cy="1477050"/>
          </a:xfrm>
          <a:prstGeom prst="rect">
            <a:avLst/>
          </a:prstGeom>
          <a:noFill/>
          <a:ln>
            <a:noFill/>
          </a:ln>
        </p:spPr>
      </p:sp>
      <p:sp>
        <p:nvSpPr>
          <p:cNvPr id="160" name="Google Shape;160;p22"/>
          <p:cNvSpPr txBox="1"/>
          <p:nvPr>
            <p:ph idx="1" type="body"/>
          </p:nvPr>
        </p:nvSpPr>
        <p:spPr>
          <a:xfrm>
            <a:off x="1155907" y="2279569"/>
            <a:ext cx="2743200" cy="402450"/>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1200"/>
              <a:buNone/>
              <a:defRPr/>
            </a:lvl1pPr>
            <a:lvl2pPr indent="-228600" lvl="1" marL="914400" algn="l">
              <a:lnSpc>
                <a:spcPct val="100000"/>
              </a:lnSpc>
              <a:spcBef>
                <a:spcPts val="100"/>
              </a:spcBef>
              <a:spcAft>
                <a:spcPts val="0"/>
              </a:spcAft>
              <a:buClr>
                <a:schemeClr val="dk1"/>
              </a:buClr>
              <a:buSzPts val="1200"/>
              <a:buNone/>
              <a:defRPr/>
            </a:lvl2pPr>
            <a:lvl3pPr indent="-228600" lvl="2" marL="1371600" algn="l">
              <a:lnSpc>
                <a:spcPct val="100000"/>
              </a:lnSpc>
              <a:spcBef>
                <a:spcPts val="100"/>
              </a:spcBef>
              <a:spcAft>
                <a:spcPts val="0"/>
              </a:spcAft>
              <a:buClr>
                <a:schemeClr val="dk1"/>
              </a:buClr>
              <a:buSzPts val="1200"/>
              <a:buNone/>
              <a:defRPr/>
            </a:lvl3pPr>
            <a:lvl4pPr indent="-228600" lvl="3" marL="1828800" algn="l">
              <a:lnSpc>
                <a:spcPct val="100000"/>
              </a:lnSpc>
              <a:spcBef>
                <a:spcPts val="100"/>
              </a:spcBef>
              <a:spcAft>
                <a:spcPts val="0"/>
              </a:spcAft>
              <a:buClr>
                <a:schemeClr val="dk1"/>
              </a:buClr>
              <a:buSzPts val="1200"/>
              <a:buNone/>
              <a:defRPr/>
            </a:lvl4pPr>
            <a:lvl5pPr indent="-228600" lvl="4" marL="2286000" algn="l">
              <a:lnSpc>
                <a:spcPct val="100000"/>
              </a:lnSpc>
              <a:spcBef>
                <a:spcPts val="100"/>
              </a:spcBef>
              <a:spcAft>
                <a:spcPts val="0"/>
              </a:spcAft>
              <a:buClr>
                <a:schemeClr val="dk1"/>
              </a:buClr>
              <a:buSzPts val="1200"/>
              <a:buNone/>
              <a:defRPr/>
            </a:lvl5pPr>
            <a:lvl6pPr indent="-228600" lvl="5" marL="2743200" algn="l">
              <a:lnSpc>
                <a:spcPct val="100000"/>
              </a:lnSpc>
              <a:spcBef>
                <a:spcPts val="100"/>
              </a:spcBef>
              <a:spcAft>
                <a:spcPts val="0"/>
              </a:spcAft>
              <a:buClr>
                <a:schemeClr val="dk1"/>
              </a:buClr>
              <a:buSzPts val="1200"/>
              <a:buNone/>
              <a:defRPr/>
            </a:lvl6pPr>
            <a:lvl7pPr indent="-228600" lvl="6" marL="3200400" algn="l">
              <a:lnSpc>
                <a:spcPct val="100000"/>
              </a:lnSpc>
              <a:spcBef>
                <a:spcPts val="100"/>
              </a:spcBef>
              <a:spcAft>
                <a:spcPts val="0"/>
              </a:spcAft>
              <a:buClr>
                <a:schemeClr val="dk1"/>
              </a:buClr>
              <a:buSzPts val="1200"/>
              <a:buNone/>
              <a:defRPr/>
            </a:lvl7pPr>
            <a:lvl8pPr indent="-228600" lvl="7" marL="3657600" algn="l">
              <a:lnSpc>
                <a:spcPct val="100000"/>
              </a:lnSpc>
              <a:spcBef>
                <a:spcPts val="100"/>
              </a:spcBef>
              <a:spcAft>
                <a:spcPts val="0"/>
              </a:spcAft>
              <a:buClr>
                <a:schemeClr val="dk1"/>
              </a:buClr>
              <a:buSzPts val="1200"/>
              <a:buNone/>
              <a:defRPr/>
            </a:lvl8pPr>
            <a:lvl9pPr indent="-228600" lvl="8" marL="4114800" algn="l">
              <a:lnSpc>
                <a:spcPct val="100000"/>
              </a:lnSpc>
              <a:spcBef>
                <a:spcPts val="100"/>
              </a:spcBef>
              <a:spcAft>
                <a:spcPts val="0"/>
              </a:spcAft>
              <a:buClr>
                <a:schemeClr val="dk1"/>
              </a:buClr>
              <a:buSzPts val="1200"/>
              <a:buNone/>
              <a:defRPr/>
            </a:lvl9pPr>
          </a:lstStyle>
          <a:p/>
        </p:txBody>
      </p:sp>
      <p:sp>
        <p:nvSpPr>
          <p:cNvPr id="161" name="Google Shape;161;p22"/>
          <p:cNvSpPr txBox="1"/>
          <p:nvPr>
            <p:ph type="title"/>
          </p:nvPr>
        </p:nvSpPr>
        <p:spPr>
          <a:xfrm>
            <a:off x="694425" y="700163"/>
            <a:ext cx="7755150" cy="571500"/>
          </a:xfrm>
          <a:prstGeom prst="rect">
            <a:avLst/>
          </a:prstGeom>
          <a:noFill/>
          <a:ln>
            <a:noFill/>
          </a:ln>
        </p:spPr>
        <p:txBody>
          <a:bodyPr anchorCtr="0" anchor="ctr" bIns="22850" lIns="45725" spcFirstLastPara="1" rIns="45725" wrap="square" tIns="22850">
            <a:normAutofit/>
          </a:bodyPr>
          <a:lstStyle>
            <a:lvl1pPr lvl="0" marR="0" algn="ctr">
              <a:lnSpc>
                <a:spcPct val="100000"/>
              </a:lnSpc>
              <a:spcBef>
                <a:spcPts val="0"/>
              </a:spcBef>
              <a:spcAft>
                <a:spcPts val="0"/>
              </a:spcAft>
              <a:buClr>
                <a:schemeClr val="lt1"/>
              </a:buClr>
              <a:buSzPts val="4500"/>
              <a:buFont typeface="Play"/>
              <a:buNone/>
              <a:defRPr i="0" sz="4500" u="none" cap="none" strike="noStrike">
                <a:solidFill>
                  <a:schemeClr val="lt1"/>
                </a:solidFill>
                <a:latin typeface="Play"/>
                <a:ea typeface="Play"/>
                <a:cs typeface="Play"/>
                <a:sym typeface="Play"/>
              </a:defRPr>
            </a:lvl1pPr>
            <a:lvl2pPr lvl="1" algn="ctr">
              <a:lnSpc>
                <a:spcPct val="100000"/>
              </a:lnSpc>
              <a:spcBef>
                <a:spcPts val="0"/>
              </a:spcBef>
              <a:spcAft>
                <a:spcPts val="0"/>
              </a:spcAft>
              <a:buClr>
                <a:schemeClr val="lt1"/>
              </a:buClr>
              <a:buSzPts val="700"/>
              <a:buNone/>
              <a:defRPr sz="900">
                <a:solidFill>
                  <a:schemeClr val="lt1"/>
                </a:solidFill>
              </a:defRPr>
            </a:lvl2pPr>
            <a:lvl3pPr lvl="2" algn="ctr">
              <a:lnSpc>
                <a:spcPct val="100000"/>
              </a:lnSpc>
              <a:spcBef>
                <a:spcPts val="0"/>
              </a:spcBef>
              <a:spcAft>
                <a:spcPts val="0"/>
              </a:spcAft>
              <a:buClr>
                <a:schemeClr val="lt1"/>
              </a:buClr>
              <a:buSzPts val="700"/>
              <a:buNone/>
              <a:defRPr sz="900">
                <a:solidFill>
                  <a:schemeClr val="lt1"/>
                </a:solidFill>
              </a:defRPr>
            </a:lvl3pPr>
            <a:lvl4pPr lvl="3" algn="ctr">
              <a:lnSpc>
                <a:spcPct val="100000"/>
              </a:lnSpc>
              <a:spcBef>
                <a:spcPts val="0"/>
              </a:spcBef>
              <a:spcAft>
                <a:spcPts val="0"/>
              </a:spcAft>
              <a:buClr>
                <a:schemeClr val="lt1"/>
              </a:buClr>
              <a:buSzPts val="700"/>
              <a:buNone/>
              <a:defRPr sz="900">
                <a:solidFill>
                  <a:schemeClr val="lt1"/>
                </a:solidFill>
              </a:defRPr>
            </a:lvl4pPr>
            <a:lvl5pPr lvl="4" algn="ctr">
              <a:lnSpc>
                <a:spcPct val="100000"/>
              </a:lnSpc>
              <a:spcBef>
                <a:spcPts val="0"/>
              </a:spcBef>
              <a:spcAft>
                <a:spcPts val="0"/>
              </a:spcAft>
              <a:buClr>
                <a:schemeClr val="lt1"/>
              </a:buClr>
              <a:buSzPts val="700"/>
              <a:buNone/>
              <a:defRPr sz="900">
                <a:solidFill>
                  <a:schemeClr val="lt1"/>
                </a:solidFill>
              </a:defRPr>
            </a:lvl5pPr>
            <a:lvl6pPr lvl="5" algn="ctr">
              <a:lnSpc>
                <a:spcPct val="100000"/>
              </a:lnSpc>
              <a:spcBef>
                <a:spcPts val="0"/>
              </a:spcBef>
              <a:spcAft>
                <a:spcPts val="0"/>
              </a:spcAft>
              <a:buClr>
                <a:schemeClr val="lt1"/>
              </a:buClr>
              <a:buSzPts val="700"/>
              <a:buNone/>
              <a:defRPr sz="900">
                <a:solidFill>
                  <a:schemeClr val="lt1"/>
                </a:solidFill>
              </a:defRPr>
            </a:lvl6pPr>
            <a:lvl7pPr lvl="6" algn="ctr">
              <a:lnSpc>
                <a:spcPct val="100000"/>
              </a:lnSpc>
              <a:spcBef>
                <a:spcPts val="0"/>
              </a:spcBef>
              <a:spcAft>
                <a:spcPts val="0"/>
              </a:spcAft>
              <a:buClr>
                <a:schemeClr val="lt1"/>
              </a:buClr>
              <a:buSzPts val="700"/>
              <a:buNone/>
              <a:defRPr sz="900">
                <a:solidFill>
                  <a:schemeClr val="lt1"/>
                </a:solidFill>
              </a:defRPr>
            </a:lvl7pPr>
            <a:lvl8pPr lvl="7" algn="ctr">
              <a:lnSpc>
                <a:spcPct val="100000"/>
              </a:lnSpc>
              <a:spcBef>
                <a:spcPts val="0"/>
              </a:spcBef>
              <a:spcAft>
                <a:spcPts val="0"/>
              </a:spcAft>
              <a:buClr>
                <a:schemeClr val="lt1"/>
              </a:buClr>
              <a:buSzPts val="700"/>
              <a:buNone/>
              <a:defRPr sz="900">
                <a:solidFill>
                  <a:schemeClr val="lt1"/>
                </a:solidFill>
              </a:defRPr>
            </a:lvl8pPr>
            <a:lvl9pPr lvl="8" algn="ctr">
              <a:lnSpc>
                <a:spcPct val="100000"/>
              </a:lnSpc>
              <a:spcBef>
                <a:spcPts val="0"/>
              </a:spcBef>
              <a:spcAft>
                <a:spcPts val="0"/>
              </a:spcAft>
              <a:buClr>
                <a:schemeClr val="lt1"/>
              </a:buClr>
              <a:buSzPts val="700"/>
              <a:buNone/>
              <a:defRPr sz="900">
                <a:solidFill>
                  <a:schemeClr val="lt1"/>
                </a:solidFill>
              </a:defRPr>
            </a:lvl9pPr>
          </a:lstStyle>
          <a:p/>
        </p:txBody>
      </p:sp>
      <p:grpSp>
        <p:nvGrpSpPr>
          <p:cNvPr id="162" name="Google Shape;162;p22"/>
          <p:cNvGrpSpPr/>
          <p:nvPr/>
        </p:nvGrpSpPr>
        <p:grpSpPr>
          <a:xfrm>
            <a:off x="-272332" y="3972593"/>
            <a:ext cx="830925" cy="830925"/>
            <a:chOff x="0" y="0"/>
            <a:chExt cx="812800" cy="812800"/>
          </a:xfrm>
        </p:grpSpPr>
        <p:sp>
          <p:nvSpPr>
            <p:cNvPr id="163" name="Google Shape;163;p22"/>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A357"/>
            </a:solidFill>
            <a:ln>
              <a:noFill/>
            </a:ln>
          </p:spPr>
        </p:sp>
        <p:sp>
          <p:nvSpPr>
            <p:cNvPr id="164" name="Google Shape;164;p22"/>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65" name="Google Shape;165;p22"/>
          <p:cNvGrpSpPr/>
          <p:nvPr/>
        </p:nvGrpSpPr>
        <p:grpSpPr>
          <a:xfrm>
            <a:off x="8123200" y="4123774"/>
            <a:ext cx="1662013" cy="1662014"/>
            <a:chOff x="0" y="0"/>
            <a:chExt cx="812800" cy="812800"/>
          </a:xfrm>
        </p:grpSpPr>
        <p:sp>
          <p:nvSpPr>
            <p:cNvPr id="166" name="Google Shape;166;p22"/>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167" name="Google Shape;167;p22"/>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68" name="Google Shape;168;p22"/>
          <p:cNvGrpSpPr/>
          <p:nvPr/>
        </p:nvGrpSpPr>
        <p:grpSpPr>
          <a:xfrm>
            <a:off x="7903411" y="4492106"/>
            <a:ext cx="620857" cy="620857"/>
            <a:chOff x="0" y="0"/>
            <a:chExt cx="812800" cy="812800"/>
          </a:xfrm>
        </p:grpSpPr>
        <p:sp>
          <p:nvSpPr>
            <p:cNvPr id="169" name="Google Shape;169;p22"/>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A357"/>
              </a:solidFill>
              <a:prstDash val="solid"/>
              <a:miter lim="80"/>
              <a:headEnd len="sm" w="sm" type="none"/>
              <a:tailEnd len="sm" w="sm" type="none"/>
            </a:ln>
          </p:spPr>
        </p:sp>
        <p:sp>
          <p:nvSpPr>
            <p:cNvPr id="170" name="Google Shape;170;p22"/>
            <p:cNvSpPr txBox="1"/>
            <p:nvPr/>
          </p:nvSpPr>
          <p:spPr>
            <a:xfrm>
              <a:off x="88900" y="41275"/>
              <a:ext cx="635100" cy="682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171" name="Google Shape;171;p22"/>
          <p:cNvPicPr preferRelativeResize="0"/>
          <p:nvPr/>
        </p:nvPicPr>
        <p:blipFill rotWithShape="1">
          <a:blip r:embed="rId2">
            <a:alphaModFix/>
          </a:blip>
          <a:srcRect b="0" l="0" r="0" t="0"/>
          <a:stretch/>
        </p:blipFill>
        <p:spPr>
          <a:xfrm>
            <a:off x="7502349" y="1595593"/>
            <a:ext cx="620850" cy="683988"/>
          </a:xfrm>
          <a:prstGeom prst="rect">
            <a:avLst/>
          </a:prstGeom>
          <a:noFill/>
          <a:ln>
            <a:noFill/>
          </a:ln>
        </p:spPr>
      </p:pic>
      <p:pic>
        <p:nvPicPr>
          <p:cNvPr id="172" name="Google Shape;172;p22"/>
          <p:cNvPicPr preferRelativeResize="0"/>
          <p:nvPr/>
        </p:nvPicPr>
        <p:blipFill rotWithShape="1">
          <a:blip r:embed="rId3">
            <a:alphaModFix/>
          </a:blip>
          <a:srcRect b="0" l="0" r="0" t="0"/>
          <a:stretch/>
        </p:blipFill>
        <p:spPr>
          <a:xfrm>
            <a:off x="8496125" y="297563"/>
            <a:ext cx="311475" cy="57407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0"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94425" y="700163"/>
            <a:ext cx="7755150" cy="571500"/>
          </a:xfrm>
          <a:prstGeom prst="rect">
            <a:avLst/>
          </a:prstGeom>
          <a:noFill/>
          <a:ln>
            <a:noFill/>
          </a:ln>
        </p:spPr>
        <p:txBody>
          <a:bodyPr anchorCtr="0" anchor="ctr" bIns="22850" lIns="45725" spcFirstLastPara="1" rIns="45725" wrap="square" tIns="22850">
            <a:normAutofit/>
          </a:bodyPr>
          <a:lstStyle>
            <a:lvl1pPr lvl="0" marR="0" rtl="0" algn="ctr">
              <a:lnSpc>
                <a:spcPct val="100000"/>
              </a:lnSpc>
              <a:spcBef>
                <a:spcPts val="0"/>
              </a:spcBef>
              <a:spcAft>
                <a:spcPts val="0"/>
              </a:spcAft>
              <a:buClr>
                <a:schemeClr val="lt1"/>
              </a:buClr>
              <a:buSzPts val="4500"/>
              <a:buFont typeface="Play"/>
              <a:buNone/>
              <a:defRPr b="0" i="0" sz="4500" u="none" cap="none" strike="noStrike">
                <a:solidFill>
                  <a:schemeClr val="lt1"/>
                </a:solidFill>
                <a:latin typeface="Play"/>
                <a:ea typeface="Play"/>
                <a:cs typeface="Play"/>
                <a:sym typeface="Play"/>
              </a:defRPr>
            </a:lvl1pPr>
            <a:lvl2pPr lvl="1" marR="0" rtl="0" algn="ctr">
              <a:lnSpc>
                <a:spcPct val="100000"/>
              </a:lnSpc>
              <a:spcBef>
                <a:spcPts val="0"/>
              </a:spcBef>
              <a:spcAft>
                <a:spcPts val="0"/>
              </a:spcAft>
              <a:buClr>
                <a:schemeClr val="lt1"/>
              </a:buClr>
              <a:buSzPts val="700"/>
              <a:buFont typeface="Arial"/>
              <a:buNone/>
              <a:defRPr b="0" i="0" sz="900" u="none" cap="none" strike="noStrike">
                <a:solidFill>
                  <a:schemeClr val="lt1"/>
                </a:solidFill>
                <a:latin typeface="Arial"/>
                <a:ea typeface="Arial"/>
                <a:cs typeface="Arial"/>
                <a:sym typeface="Arial"/>
              </a:defRPr>
            </a:lvl2pPr>
            <a:lvl3pPr lvl="2" marR="0" rtl="0" algn="ctr">
              <a:lnSpc>
                <a:spcPct val="100000"/>
              </a:lnSpc>
              <a:spcBef>
                <a:spcPts val="0"/>
              </a:spcBef>
              <a:spcAft>
                <a:spcPts val="0"/>
              </a:spcAft>
              <a:buClr>
                <a:schemeClr val="lt1"/>
              </a:buClr>
              <a:buSzPts val="700"/>
              <a:buFont typeface="Arial"/>
              <a:buNone/>
              <a:defRPr b="0" i="0" sz="900" u="none" cap="none" strike="noStrike">
                <a:solidFill>
                  <a:schemeClr val="lt1"/>
                </a:solidFill>
                <a:latin typeface="Arial"/>
                <a:ea typeface="Arial"/>
                <a:cs typeface="Arial"/>
                <a:sym typeface="Arial"/>
              </a:defRPr>
            </a:lvl3pPr>
            <a:lvl4pPr lvl="3" marR="0" rtl="0" algn="ctr">
              <a:lnSpc>
                <a:spcPct val="100000"/>
              </a:lnSpc>
              <a:spcBef>
                <a:spcPts val="0"/>
              </a:spcBef>
              <a:spcAft>
                <a:spcPts val="0"/>
              </a:spcAft>
              <a:buClr>
                <a:schemeClr val="lt1"/>
              </a:buClr>
              <a:buSzPts val="700"/>
              <a:buFont typeface="Arial"/>
              <a:buNone/>
              <a:defRPr b="0" i="0" sz="900" u="none" cap="none" strike="noStrike">
                <a:solidFill>
                  <a:schemeClr val="lt1"/>
                </a:solidFill>
                <a:latin typeface="Arial"/>
                <a:ea typeface="Arial"/>
                <a:cs typeface="Arial"/>
                <a:sym typeface="Arial"/>
              </a:defRPr>
            </a:lvl4pPr>
            <a:lvl5pPr lvl="4" marR="0" rtl="0" algn="ctr">
              <a:lnSpc>
                <a:spcPct val="100000"/>
              </a:lnSpc>
              <a:spcBef>
                <a:spcPts val="0"/>
              </a:spcBef>
              <a:spcAft>
                <a:spcPts val="0"/>
              </a:spcAft>
              <a:buClr>
                <a:schemeClr val="lt1"/>
              </a:buClr>
              <a:buSzPts val="700"/>
              <a:buFont typeface="Arial"/>
              <a:buNone/>
              <a:defRPr b="0" i="0" sz="900" u="none" cap="none" strike="noStrike">
                <a:solidFill>
                  <a:schemeClr val="lt1"/>
                </a:solidFill>
                <a:latin typeface="Arial"/>
                <a:ea typeface="Arial"/>
                <a:cs typeface="Arial"/>
                <a:sym typeface="Arial"/>
              </a:defRPr>
            </a:lvl5pPr>
            <a:lvl6pPr lvl="5" marR="0" rtl="0" algn="ctr">
              <a:lnSpc>
                <a:spcPct val="100000"/>
              </a:lnSpc>
              <a:spcBef>
                <a:spcPts val="0"/>
              </a:spcBef>
              <a:spcAft>
                <a:spcPts val="0"/>
              </a:spcAft>
              <a:buClr>
                <a:schemeClr val="lt1"/>
              </a:buClr>
              <a:buSzPts val="700"/>
              <a:buFont typeface="Arial"/>
              <a:buNone/>
              <a:defRPr b="0" i="0" sz="900" u="none" cap="none" strike="noStrike">
                <a:solidFill>
                  <a:schemeClr val="lt1"/>
                </a:solidFill>
                <a:latin typeface="Arial"/>
                <a:ea typeface="Arial"/>
                <a:cs typeface="Arial"/>
                <a:sym typeface="Arial"/>
              </a:defRPr>
            </a:lvl6pPr>
            <a:lvl7pPr lvl="6" marR="0" rtl="0" algn="ctr">
              <a:lnSpc>
                <a:spcPct val="100000"/>
              </a:lnSpc>
              <a:spcBef>
                <a:spcPts val="0"/>
              </a:spcBef>
              <a:spcAft>
                <a:spcPts val="0"/>
              </a:spcAft>
              <a:buClr>
                <a:schemeClr val="lt1"/>
              </a:buClr>
              <a:buSzPts val="700"/>
              <a:buFont typeface="Arial"/>
              <a:buNone/>
              <a:defRPr b="0" i="0" sz="900" u="none" cap="none" strike="noStrike">
                <a:solidFill>
                  <a:schemeClr val="lt1"/>
                </a:solidFill>
                <a:latin typeface="Arial"/>
                <a:ea typeface="Arial"/>
                <a:cs typeface="Arial"/>
                <a:sym typeface="Arial"/>
              </a:defRPr>
            </a:lvl7pPr>
            <a:lvl8pPr lvl="7" marR="0" rtl="0" algn="ctr">
              <a:lnSpc>
                <a:spcPct val="100000"/>
              </a:lnSpc>
              <a:spcBef>
                <a:spcPts val="0"/>
              </a:spcBef>
              <a:spcAft>
                <a:spcPts val="0"/>
              </a:spcAft>
              <a:buClr>
                <a:schemeClr val="lt1"/>
              </a:buClr>
              <a:buSzPts val="700"/>
              <a:buFont typeface="Arial"/>
              <a:buNone/>
              <a:defRPr b="0" i="0" sz="900" u="none" cap="none" strike="noStrike">
                <a:solidFill>
                  <a:schemeClr val="lt1"/>
                </a:solidFill>
                <a:latin typeface="Arial"/>
                <a:ea typeface="Arial"/>
                <a:cs typeface="Arial"/>
                <a:sym typeface="Arial"/>
              </a:defRPr>
            </a:lvl8pPr>
            <a:lvl9pPr lvl="8" marR="0" rtl="0" algn="ctr">
              <a:lnSpc>
                <a:spcPct val="100000"/>
              </a:lnSpc>
              <a:spcBef>
                <a:spcPts val="0"/>
              </a:spcBef>
              <a:spcAft>
                <a:spcPts val="0"/>
              </a:spcAft>
              <a:buClr>
                <a:schemeClr val="lt1"/>
              </a:buClr>
              <a:buSzPts val="700"/>
              <a:buFont typeface="Arial"/>
              <a:buNone/>
              <a:defRPr b="0" i="0" sz="900" u="none" cap="none" strike="noStrike">
                <a:solidFill>
                  <a:schemeClr val="lt1"/>
                </a:solidFill>
                <a:latin typeface="Arial"/>
                <a:ea typeface="Arial"/>
                <a:cs typeface="Arial"/>
                <a:sym typeface="Arial"/>
              </a:defRPr>
            </a:lvl9pPr>
          </a:lstStyle>
          <a:p/>
        </p:txBody>
      </p:sp>
      <p:sp>
        <p:nvSpPr>
          <p:cNvPr id="52" name="Google Shape;52;p13"/>
          <p:cNvSpPr txBox="1"/>
          <p:nvPr>
            <p:ph idx="1" type="body"/>
          </p:nvPr>
        </p:nvSpPr>
        <p:spPr>
          <a:xfrm>
            <a:off x="1686213" y="2228850"/>
            <a:ext cx="4114800" cy="2263050"/>
          </a:xfrm>
          <a:prstGeom prst="rect">
            <a:avLst/>
          </a:prstGeom>
          <a:noFill/>
          <a:ln>
            <a:noFill/>
          </a:ln>
        </p:spPr>
        <p:txBody>
          <a:bodyPr anchorCtr="0" anchor="t" bIns="22850" lIns="45725" spcFirstLastPara="1" rIns="45725" wrap="square" tIns="22850">
            <a:normAutofit/>
          </a:bodyPr>
          <a:lstStyle>
            <a:lvl1pPr indent="-304800" lvl="0" marL="457200" marR="0" rtl="0" algn="l">
              <a:lnSpc>
                <a:spcPct val="100000"/>
              </a:lnSpc>
              <a:spcBef>
                <a:spcPts val="300"/>
              </a:spcBef>
              <a:spcAft>
                <a:spcPts val="0"/>
              </a:spcAft>
              <a:buClr>
                <a:schemeClr val="lt1"/>
              </a:buClr>
              <a:buSzPts val="1200"/>
              <a:buFont typeface="Play"/>
              <a:buChar char="•"/>
              <a:defRPr b="0" i="0" sz="1200" u="none" cap="none" strike="noStrike">
                <a:solidFill>
                  <a:schemeClr val="lt1"/>
                </a:solidFill>
                <a:latin typeface="Play"/>
                <a:ea typeface="Play"/>
                <a:cs typeface="Play"/>
                <a:sym typeface="Play"/>
              </a:defRPr>
            </a:lvl1pPr>
            <a:lvl2pPr indent="-304800" lvl="1" marL="914400" marR="0" rtl="0" algn="l">
              <a:lnSpc>
                <a:spcPct val="100000"/>
              </a:lnSpc>
              <a:spcBef>
                <a:spcPts val="300"/>
              </a:spcBef>
              <a:spcAft>
                <a:spcPts val="0"/>
              </a:spcAft>
              <a:buClr>
                <a:schemeClr val="lt1"/>
              </a:buClr>
              <a:buSzPts val="1200"/>
              <a:buFont typeface="Play"/>
              <a:buChar char="–"/>
              <a:defRPr b="0" i="0" sz="1200" u="none" cap="none" strike="noStrike">
                <a:solidFill>
                  <a:schemeClr val="lt1"/>
                </a:solidFill>
                <a:latin typeface="Play"/>
                <a:ea typeface="Play"/>
                <a:cs typeface="Play"/>
                <a:sym typeface="Play"/>
              </a:defRPr>
            </a:lvl2pPr>
            <a:lvl3pPr indent="-304800" lvl="2" marL="1371600" marR="0" rtl="0" algn="l">
              <a:lnSpc>
                <a:spcPct val="100000"/>
              </a:lnSpc>
              <a:spcBef>
                <a:spcPts val="200"/>
              </a:spcBef>
              <a:spcAft>
                <a:spcPts val="0"/>
              </a:spcAft>
              <a:buClr>
                <a:schemeClr val="lt1"/>
              </a:buClr>
              <a:buSzPts val="1200"/>
              <a:buFont typeface="Play"/>
              <a:buChar char="•"/>
              <a:defRPr b="0" i="0" sz="1200" u="none" cap="none" strike="noStrike">
                <a:solidFill>
                  <a:schemeClr val="lt1"/>
                </a:solidFill>
                <a:latin typeface="Play"/>
                <a:ea typeface="Play"/>
                <a:cs typeface="Play"/>
                <a:sym typeface="Play"/>
              </a:defRPr>
            </a:lvl3pPr>
            <a:lvl4pPr indent="-304800" lvl="3" marL="1828800" marR="0" rtl="0" algn="l">
              <a:lnSpc>
                <a:spcPct val="100000"/>
              </a:lnSpc>
              <a:spcBef>
                <a:spcPts val="200"/>
              </a:spcBef>
              <a:spcAft>
                <a:spcPts val="0"/>
              </a:spcAft>
              <a:buClr>
                <a:schemeClr val="lt1"/>
              </a:buClr>
              <a:buSzPts val="1200"/>
              <a:buFont typeface="Play"/>
              <a:buChar char="–"/>
              <a:defRPr b="0" i="0" sz="1200" u="none" cap="none" strike="noStrike">
                <a:solidFill>
                  <a:schemeClr val="lt1"/>
                </a:solidFill>
                <a:latin typeface="Play"/>
                <a:ea typeface="Play"/>
                <a:cs typeface="Play"/>
                <a:sym typeface="Play"/>
              </a:defRPr>
            </a:lvl4pPr>
            <a:lvl5pPr indent="-304800" lvl="4" marL="2286000" marR="0" rtl="0" algn="l">
              <a:lnSpc>
                <a:spcPct val="100000"/>
              </a:lnSpc>
              <a:spcBef>
                <a:spcPts val="200"/>
              </a:spcBef>
              <a:spcAft>
                <a:spcPts val="0"/>
              </a:spcAft>
              <a:buClr>
                <a:schemeClr val="lt1"/>
              </a:buClr>
              <a:buSzPts val="1200"/>
              <a:buFont typeface="Play"/>
              <a:buChar char="»"/>
              <a:defRPr b="0" i="0" sz="1200" u="none" cap="none" strike="noStrike">
                <a:solidFill>
                  <a:schemeClr val="lt1"/>
                </a:solidFill>
                <a:latin typeface="Play"/>
                <a:ea typeface="Play"/>
                <a:cs typeface="Play"/>
                <a:sym typeface="Play"/>
              </a:defRPr>
            </a:lvl5pPr>
            <a:lvl6pPr indent="-304800" lvl="5" marL="2743200" marR="0" rtl="0" algn="l">
              <a:lnSpc>
                <a:spcPct val="100000"/>
              </a:lnSpc>
              <a:spcBef>
                <a:spcPts val="200"/>
              </a:spcBef>
              <a:spcAft>
                <a:spcPts val="0"/>
              </a:spcAft>
              <a:buClr>
                <a:schemeClr val="lt1"/>
              </a:buClr>
              <a:buSzPts val="1200"/>
              <a:buFont typeface="Play"/>
              <a:buChar char="•"/>
              <a:defRPr b="0" i="0" sz="1200" u="none" cap="none" strike="noStrike">
                <a:solidFill>
                  <a:schemeClr val="lt1"/>
                </a:solidFill>
                <a:latin typeface="Play"/>
                <a:ea typeface="Play"/>
                <a:cs typeface="Play"/>
                <a:sym typeface="Play"/>
              </a:defRPr>
            </a:lvl6pPr>
            <a:lvl7pPr indent="-304800" lvl="6" marL="3200400" marR="0" rtl="0" algn="l">
              <a:lnSpc>
                <a:spcPct val="100000"/>
              </a:lnSpc>
              <a:spcBef>
                <a:spcPts val="200"/>
              </a:spcBef>
              <a:spcAft>
                <a:spcPts val="0"/>
              </a:spcAft>
              <a:buClr>
                <a:schemeClr val="lt1"/>
              </a:buClr>
              <a:buSzPts val="1200"/>
              <a:buFont typeface="Play"/>
              <a:buChar char="•"/>
              <a:defRPr b="0" i="0" sz="1200" u="none" cap="none" strike="noStrike">
                <a:solidFill>
                  <a:schemeClr val="lt1"/>
                </a:solidFill>
                <a:latin typeface="Play"/>
                <a:ea typeface="Play"/>
                <a:cs typeface="Play"/>
                <a:sym typeface="Play"/>
              </a:defRPr>
            </a:lvl7pPr>
            <a:lvl8pPr indent="-304800" lvl="7" marL="3657600" marR="0" rtl="0" algn="l">
              <a:lnSpc>
                <a:spcPct val="100000"/>
              </a:lnSpc>
              <a:spcBef>
                <a:spcPts val="200"/>
              </a:spcBef>
              <a:spcAft>
                <a:spcPts val="0"/>
              </a:spcAft>
              <a:buClr>
                <a:schemeClr val="lt1"/>
              </a:buClr>
              <a:buSzPts val="1200"/>
              <a:buFont typeface="Play"/>
              <a:buChar char="•"/>
              <a:defRPr b="0" i="0" sz="1200" u="none" cap="none" strike="noStrike">
                <a:solidFill>
                  <a:schemeClr val="lt1"/>
                </a:solidFill>
                <a:latin typeface="Play"/>
                <a:ea typeface="Play"/>
                <a:cs typeface="Play"/>
                <a:sym typeface="Play"/>
              </a:defRPr>
            </a:lvl8pPr>
            <a:lvl9pPr indent="-304800" lvl="8" marL="4114800" marR="0" rtl="0" algn="l">
              <a:lnSpc>
                <a:spcPct val="100000"/>
              </a:lnSpc>
              <a:spcBef>
                <a:spcPts val="200"/>
              </a:spcBef>
              <a:spcAft>
                <a:spcPts val="0"/>
              </a:spcAft>
              <a:buClr>
                <a:schemeClr val="lt1"/>
              </a:buClr>
              <a:buSzPts val="1200"/>
              <a:buFont typeface="Play"/>
              <a:buChar char="•"/>
              <a:defRPr b="0" i="0" sz="1200" u="none" cap="none" strike="noStrike">
                <a:solidFill>
                  <a:schemeClr val="lt1"/>
                </a:solidFill>
                <a:latin typeface="Play"/>
                <a:ea typeface="Play"/>
                <a:cs typeface="Play"/>
                <a:sym typeface="Play"/>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6.png"/><Relationship Id="rId6"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3.png"/><Relationship Id="rId5" Type="http://schemas.openxmlformats.org/officeDocument/2006/relationships/image" Target="../media/image8.png"/><Relationship Id="rId6" Type="http://schemas.openxmlformats.org/officeDocument/2006/relationships/image" Target="../media/image25.png"/><Relationship Id="rId7" Type="http://schemas.openxmlformats.org/officeDocument/2006/relationships/image" Target="../media/image21.png"/><Relationship Id="rId8" Type="http://schemas.openxmlformats.org/officeDocument/2006/relationships/image" Target="../media/image2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6.png"/><Relationship Id="rId4" Type="http://schemas.openxmlformats.org/officeDocument/2006/relationships/image" Target="../media/image5.png"/><Relationship Id="rId5" Type="http://schemas.openxmlformats.org/officeDocument/2006/relationships/image" Target="../media/image23.png"/><Relationship Id="rId6" Type="http://schemas.openxmlformats.org/officeDocument/2006/relationships/image" Target="../media/image8.png"/><Relationship Id="rId7"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8.png"/><Relationship Id="rId4" Type="http://schemas.openxmlformats.org/officeDocument/2006/relationships/image" Target="../media/image12.png"/><Relationship Id="rId5"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0280C"/>
        </a:solidFill>
      </p:bgPr>
    </p:bg>
    <p:spTree>
      <p:nvGrpSpPr>
        <p:cNvPr id="176" name="Shape 176"/>
        <p:cNvGrpSpPr/>
        <p:nvPr/>
      </p:nvGrpSpPr>
      <p:grpSpPr>
        <a:xfrm>
          <a:off x="0" y="0"/>
          <a:ext cx="0" cy="0"/>
          <a:chOff x="0" y="0"/>
          <a:chExt cx="0" cy="0"/>
        </a:xfrm>
      </p:grpSpPr>
      <p:grpSp>
        <p:nvGrpSpPr>
          <p:cNvPr id="177" name="Google Shape;177;p23"/>
          <p:cNvGrpSpPr/>
          <p:nvPr/>
        </p:nvGrpSpPr>
        <p:grpSpPr>
          <a:xfrm>
            <a:off x="-93845" y="-172992"/>
            <a:ext cx="6778304" cy="3948855"/>
            <a:chOff x="0" y="-47625"/>
            <a:chExt cx="3570464" cy="2080055"/>
          </a:xfrm>
        </p:grpSpPr>
        <p:sp>
          <p:nvSpPr>
            <p:cNvPr id="178" name="Google Shape;178;p23"/>
            <p:cNvSpPr/>
            <p:nvPr/>
          </p:nvSpPr>
          <p:spPr>
            <a:xfrm>
              <a:off x="0" y="0"/>
              <a:ext cx="3570464" cy="2032430"/>
            </a:xfrm>
            <a:custGeom>
              <a:rect b="b" l="l" r="r" t="t"/>
              <a:pathLst>
                <a:path extrusionOk="0" h="2032430" w="3570464">
                  <a:moveTo>
                    <a:pt x="5711" y="0"/>
                  </a:moveTo>
                  <a:lnTo>
                    <a:pt x="3564753" y="0"/>
                  </a:lnTo>
                  <a:cubicBezTo>
                    <a:pt x="3566268" y="0"/>
                    <a:pt x="3567721" y="602"/>
                    <a:pt x="3568791" y="1673"/>
                  </a:cubicBezTo>
                  <a:cubicBezTo>
                    <a:pt x="3569863" y="2744"/>
                    <a:pt x="3570464" y="4196"/>
                    <a:pt x="3570464" y="5711"/>
                  </a:cubicBezTo>
                  <a:lnTo>
                    <a:pt x="3570464" y="2026720"/>
                  </a:lnTo>
                  <a:cubicBezTo>
                    <a:pt x="3570464" y="2029874"/>
                    <a:pt x="3567907" y="2032430"/>
                    <a:pt x="3564753" y="2032430"/>
                  </a:cubicBezTo>
                  <a:lnTo>
                    <a:pt x="5711" y="2032430"/>
                  </a:lnTo>
                  <a:cubicBezTo>
                    <a:pt x="2557" y="2032430"/>
                    <a:pt x="0" y="2029874"/>
                    <a:pt x="0" y="2026720"/>
                  </a:cubicBezTo>
                  <a:lnTo>
                    <a:pt x="0" y="5711"/>
                  </a:lnTo>
                  <a:cubicBezTo>
                    <a:pt x="0" y="2557"/>
                    <a:pt x="2557" y="0"/>
                    <a:pt x="5711"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79" name="Google Shape;179;p23"/>
            <p:cNvSpPr txBox="1"/>
            <p:nvPr/>
          </p:nvSpPr>
          <p:spPr>
            <a:xfrm>
              <a:off x="0" y="-47625"/>
              <a:ext cx="3570464" cy="2080055"/>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80" name="Google Shape;180;p23"/>
          <p:cNvGrpSpPr/>
          <p:nvPr/>
        </p:nvGrpSpPr>
        <p:grpSpPr>
          <a:xfrm>
            <a:off x="4853416" y="2176809"/>
            <a:ext cx="2938823" cy="1878361"/>
            <a:chOff x="0" y="-47625"/>
            <a:chExt cx="1548022" cy="989424"/>
          </a:xfrm>
        </p:grpSpPr>
        <p:sp>
          <p:nvSpPr>
            <p:cNvPr id="181" name="Google Shape;181;p23"/>
            <p:cNvSpPr/>
            <p:nvPr/>
          </p:nvSpPr>
          <p:spPr>
            <a:xfrm>
              <a:off x="0" y="0"/>
              <a:ext cx="1548022" cy="941799"/>
            </a:xfrm>
            <a:custGeom>
              <a:rect b="b" l="l" r="r" t="t"/>
              <a:pathLst>
                <a:path extrusionOk="0" h="941799" w="1548022">
                  <a:moveTo>
                    <a:pt x="13172" y="0"/>
                  </a:moveTo>
                  <a:lnTo>
                    <a:pt x="1534850" y="0"/>
                  </a:lnTo>
                  <a:cubicBezTo>
                    <a:pt x="1542125" y="0"/>
                    <a:pt x="1548022" y="5897"/>
                    <a:pt x="1548022" y="13172"/>
                  </a:cubicBezTo>
                  <a:lnTo>
                    <a:pt x="1548022" y="928628"/>
                  </a:lnTo>
                  <a:cubicBezTo>
                    <a:pt x="1548022" y="932121"/>
                    <a:pt x="1546634" y="935471"/>
                    <a:pt x="1544164" y="937942"/>
                  </a:cubicBezTo>
                  <a:cubicBezTo>
                    <a:pt x="1541694" y="940412"/>
                    <a:pt x="1538344" y="941799"/>
                    <a:pt x="1534850" y="941799"/>
                  </a:cubicBezTo>
                  <a:lnTo>
                    <a:pt x="13172" y="941799"/>
                  </a:lnTo>
                  <a:cubicBezTo>
                    <a:pt x="5897" y="941799"/>
                    <a:pt x="0" y="935902"/>
                    <a:pt x="0" y="928628"/>
                  </a:cubicBezTo>
                  <a:lnTo>
                    <a:pt x="0" y="13172"/>
                  </a:lnTo>
                  <a:cubicBezTo>
                    <a:pt x="0" y="5897"/>
                    <a:pt x="5897" y="0"/>
                    <a:pt x="13172" y="0"/>
                  </a:cubicBezTo>
                  <a:close/>
                </a:path>
              </a:pathLst>
            </a:custGeom>
            <a:solidFill>
              <a:srgbClr val="80280C"/>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82" name="Google Shape;182;p23"/>
            <p:cNvSpPr txBox="1"/>
            <p:nvPr/>
          </p:nvSpPr>
          <p:spPr>
            <a:xfrm>
              <a:off x="0" y="-47625"/>
              <a:ext cx="1548022" cy="989424"/>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83" name="Google Shape;183;p23"/>
          <p:cNvSpPr txBox="1"/>
          <p:nvPr/>
        </p:nvSpPr>
        <p:spPr>
          <a:xfrm>
            <a:off x="618061" y="889689"/>
            <a:ext cx="4422300" cy="1745400"/>
          </a:xfrm>
          <a:prstGeom prst="rect">
            <a:avLst/>
          </a:prstGeom>
          <a:noFill/>
          <a:ln>
            <a:noFill/>
          </a:ln>
        </p:spPr>
        <p:txBody>
          <a:bodyPr anchorCtr="0" anchor="t" bIns="0" lIns="0" spcFirstLastPara="1" rIns="0" wrap="square" tIns="0">
            <a:spAutoFit/>
          </a:bodyPr>
          <a:lstStyle/>
          <a:p>
            <a:pPr indent="0" lvl="0" marL="0" marR="0" rtl="0" algn="ctr">
              <a:lnSpc>
                <a:spcPct val="89997"/>
              </a:lnSpc>
              <a:spcBef>
                <a:spcPts val="0"/>
              </a:spcBef>
              <a:spcAft>
                <a:spcPts val="0"/>
              </a:spcAft>
              <a:buClr>
                <a:srgbClr val="000000"/>
              </a:buClr>
              <a:buSzPts val="6300"/>
              <a:buFont typeface="Arial"/>
              <a:buNone/>
            </a:pPr>
            <a:r>
              <a:rPr b="1" i="0" lang="en" sz="6300" u="none" cap="none" strike="noStrike">
                <a:solidFill>
                  <a:srgbClr val="2E2B2B"/>
                </a:solidFill>
                <a:latin typeface="Play"/>
                <a:ea typeface="Play"/>
                <a:cs typeface="Play"/>
                <a:sym typeface="Play"/>
              </a:rPr>
              <a:t>PROJECT A</a:t>
            </a:r>
            <a:r>
              <a:rPr b="1" lang="en" sz="6300">
                <a:solidFill>
                  <a:srgbClr val="2E2B2B"/>
                </a:solidFill>
                <a:latin typeface="Play"/>
                <a:ea typeface="Play"/>
                <a:cs typeface="Play"/>
                <a:sym typeface="Play"/>
              </a:rPr>
              <a:t>daptVSG</a:t>
            </a:r>
            <a:endParaRPr b="0" i="0" sz="700" u="none" cap="none" strike="noStrike">
              <a:solidFill>
                <a:srgbClr val="000000"/>
              </a:solidFill>
              <a:latin typeface="Arial"/>
              <a:ea typeface="Arial"/>
              <a:cs typeface="Arial"/>
              <a:sym typeface="Arial"/>
            </a:endParaRPr>
          </a:p>
        </p:txBody>
      </p:sp>
      <p:sp>
        <p:nvSpPr>
          <p:cNvPr id="184" name="Google Shape;184;p23"/>
          <p:cNvSpPr txBox="1"/>
          <p:nvPr/>
        </p:nvSpPr>
        <p:spPr>
          <a:xfrm>
            <a:off x="1683100" y="3875250"/>
            <a:ext cx="3224400" cy="10530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1800"/>
              <a:buFont typeface="Arial"/>
              <a:buNone/>
            </a:pPr>
            <a:r>
              <a:rPr b="1" lang="en" sz="1800">
                <a:solidFill>
                  <a:srgbClr val="FFFFFF"/>
                </a:solidFill>
                <a:latin typeface="Play"/>
                <a:ea typeface="Play"/>
                <a:cs typeface="Play"/>
                <a:sym typeface="Play"/>
              </a:rPr>
              <a:t>EC601</a:t>
            </a:r>
            <a:endParaRPr b="1" sz="1800">
              <a:solidFill>
                <a:srgbClr val="FFFFFF"/>
              </a:solidFill>
              <a:latin typeface="Play"/>
              <a:ea typeface="Play"/>
              <a:cs typeface="Play"/>
              <a:sym typeface="Play"/>
            </a:endParaRPr>
          </a:p>
          <a:p>
            <a:pPr indent="0" lvl="0" marL="0" marR="0" rtl="0" algn="l">
              <a:lnSpc>
                <a:spcPct val="140011"/>
              </a:lnSpc>
              <a:spcBef>
                <a:spcPts val="0"/>
              </a:spcBef>
              <a:spcAft>
                <a:spcPts val="0"/>
              </a:spcAft>
              <a:buClr>
                <a:srgbClr val="000000"/>
              </a:buClr>
              <a:buSzPts val="1800"/>
              <a:buFont typeface="Arial"/>
              <a:buNone/>
            </a:pPr>
            <a:r>
              <a:rPr b="1" lang="en" sz="1800">
                <a:solidFill>
                  <a:srgbClr val="FFFFFF"/>
                </a:solidFill>
                <a:latin typeface="Play"/>
                <a:ea typeface="Play"/>
                <a:cs typeface="Play"/>
                <a:sym typeface="Play"/>
              </a:rPr>
              <a:t>Instructor Osama </a:t>
            </a:r>
            <a:r>
              <a:rPr b="1" lang="en" sz="1800">
                <a:solidFill>
                  <a:schemeClr val="lt1"/>
                </a:solidFill>
                <a:latin typeface="Play"/>
                <a:ea typeface="Play"/>
                <a:cs typeface="Play"/>
                <a:sym typeface="Play"/>
              </a:rPr>
              <a:t>Alshaykh</a:t>
            </a:r>
            <a:endParaRPr b="1" sz="1800">
              <a:solidFill>
                <a:schemeClr val="lt1"/>
              </a:solidFill>
              <a:latin typeface="Play"/>
              <a:ea typeface="Play"/>
              <a:cs typeface="Play"/>
              <a:sym typeface="Play"/>
            </a:endParaRPr>
          </a:p>
          <a:p>
            <a:pPr indent="0" lvl="0" marL="0" marR="0" rtl="0" algn="l">
              <a:lnSpc>
                <a:spcPct val="140011"/>
              </a:lnSpc>
              <a:spcBef>
                <a:spcPts val="0"/>
              </a:spcBef>
              <a:spcAft>
                <a:spcPts val="0"/>
              </a:spcAft>
              <a:buClr>
                <a:srgbClr val="000000"/>
              </a:buClr>
              <a:buSzPts val="1800"/>
              <a:buFont typeface="Arial"/>
              <a:buNone/>
            </a:pPr>
            <a:r>
              <a:rPr b="1" lang="en" sz="1800">
                <a:solidFill>
                  <a:srgbClr val="FFFFFF"/>
                </a:solidFill>
                <a:latin typeface="Play"/>
                <a:ea typeface="Play"/>
                <a:cs typeface="Play"/>
                <a:sym typeface="Play"/>
              </a:rPr>
              <a:t>By Anh Phung</a:t>
            </a:r>
            <a:endParaRPr b="1" sz="1800">
              <a:solidFill>
                <a:srgbClr val="FFFFFF"/>
              </a:solidFill>
              <a:latin typeface="Play"/>
              <a:ea typeface="Play"/>
              <a:cs typeface="Play"/>
              <a:sym typeface="Play"/>
            </a:endParaRPr>
          </a:p>
        </p:txBody>
      </p:sp>
      <p:grpSp>
        <p:nvGrpSpPr>
          <p:cNvPr id="185" name="Google Shape;185;p23"/>
          <p:cNvGrpSpPr/>
          <p:nvPr/>
        </p:nvGrpSpPr>
        <p:grpSpPr>
          <a:xfrm>
            <a:off x="8050834" y="-605752"/>
            <a:ext cx="1816104" cy="1816104"/>
            <a:chOff x="0" y="0"/>
            <a:chExt cx="812800" cy="812800"/>
          </a:xfrm>
        </p:grpSpPr>
        <p:sp>
          <p:nvSpPr>
            <p:cNvPr id="186" name="Google Shape;186;p23"/>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187" name="Google Shape;187;p23"/>
            <p:cNvSpPr txBox="1"/>
            <p:nvPr/>
          </p:nvSpPr>
          <p:spPr>
            <a:xfrm>
              <a:off x="152400" y="104775"/>
              <a:ext cx="508000" cy="555625"/>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88" name="Google Shape;188;p23"/>
          <p:cNvGrpSpPr/>
          <p:nvPr/>
        </p:nvGrpSpPr>
        <p:grpSpPr>
          <a:xfrm>
            <a:off x="6322827" y="-82579"/>
            <a:ext cx="564364" cy="564364"/>
            <a:chOff x="0" y="0"/>
            <a:chExt cx="812800" cy="812800"/>
          </a:xfrm>
        </p:grpSpPr>
        <p:sp>
          <p:nvSpPr>
            <p:cNvPr id="189" name="Google Shape;189;p23"/>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A357"/>
              </a:solidFill>
              <a:prstDash val="solid"/>
              <a:miter lim="80"/>
              <a:headEnd len="sm" w="sm" type="none"/>
              <a:tailEnd len="sm" w="sm" type="none"/>
            </a:ln>
          </p:spPr>
        </p:sp>
        <p:sp>
          <p:nvSpPr>
            <p:cNvPr id="190" name="Google Shape;190;p23"/>
            <p:cNvSpPr txBox="1"/>
            <p:nvPr/>
          </p:nvSpPr>
          <p:spPr>
            <a:xfrm>
              <a:off x="88900" y="41275"/>
              <a:ext cx="635000" cy="682625"/>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91" name="Google Shape;191;p23"/>
          <p:cNvGrpSpPr/>
          <p:nvPr/>
        </p:nvGrpSpPr>
        <p:grpSpPr>
          <a:xfrm>
            <a:off x="-11" y="4660589"/>
            <a:ext cx="1816120" cy="1816120"/>
            <a:chOff x="0" y="0"/>
            <a:chExt cx="812800" cy="812800"/>
          </a:xfrm>
        </p:grpSpPr>
        <p:sp>
          <p:nvSpPr>
            <p:cNvPr id="192" name="Google Shape;192;p23"/>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193" name="Google Shape;193;p23"/>
            <p:cNvSpPr txBox="1"/>
            <p:nvPr/>
          </p:nvSpPr>
          <p:spPr>
            <a:xfrm>
              <a:off x="152400" y="104775"/>
              <a:ext cx="508000" cy="555625"/>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194" name="Google Shape;194;p23"/>
          <p:cNvPicPr preferRelativeResize="0"/>
          <p:nvPr/>
        </p:nvPicPr>
        <p:blipFill rotWithShape="1">
          <a:blip r:embed="rId3">
            <a:alphaModFix/>
          </a:blip>
          <a:srcRect b="0" l="0" r="0" t="0"/>
          <a:stretch/>
        </p:blipFill>
        <p:spPr>
          <a:xfrm>
            <a:off x="234988" y="4022957"/>
            <a:ext cx="862450" cy="981875"/>
          </a:xfrm>
          <a:prstGeom prst="rect">
            <a:avLst/>
          </a:prstGeom>
          <a:noFill/>
          <a:ln>
            <a:noFill/>
          </a:ln>
        </p:spPr>
      </p:pic>
      <p:pic>
        <p:nvPicPr>
          <p:cNvPr id="195" name="Google Shape;195;p23"/>
          <p:cNvPicPr preferRelativeResize="0"/>
          <p:nvPr/>
        </p:nvPicPr>
        <p:blipFill rotWithShape="1">
          <a:blip r:embed="rId4">
            <a:alphaModFix/>
          </a:blip>
          <a:srcRect b="0" l="0" r="0" t="0"/>
          <a:stretch/>
        </p:blipFill>
        <p:spPr>
          <a:xfrm>
            <a:off x="8157798" y="682114"/>
            <a:ext cx="599416" cy="564362"/>
          </a:xfrm>
          <a:prstGeom prst="rect">
            <a:avLst/>
          </a:prstGeom>
          <a:noFill/>
          <a:ln>
            <a:noFill/>
          </a:ln>
        </p:spPr>
      </p:pic>
      <p:pic>
        <p:nvPicPr>
          <p:cNvPr id="196" name="Google Shape;196;p23"/>
          <p:cNvPicPr preferRelativeResize="0"/>
          <p:nvPr/>
        </p:nvPicPr>
        <p:blipFill rotWithShape="1">
          <a:blip r:embed="rId5">
            <a:alphaModFix/>
          </a:blip>
          <a:srcRect b="0" l="0" r="0" t="0"/>
          <a:stretch/>
        </p:blipFill>
        <p:spPr>
          <a:xfrm>
            <a:off x="5725750" y="1102632"/>
            <a:ext cx="1441063" cy="782989"/>
          </a:xfrm>
          <a:prstGeom prst="rect">
            <a:avLst/>
          </a:prstGeom>
          <a:noFill/>
          <a:ln>
            <a:noFill/>
          </a:ln>
        </p:spPr>
      </p:pic>
      <p:pic>
        <p:nvPicPr>
          <p:cNvPr id="197" name="Google Shape;197;p23"/>
          <p:cNvPicPr preferRelativeResize="0"/>
          <p:nvPr/>
        </p:nvPicPr>
        <p:blipFill>
          <a:blip r:embed="rId6">
            <a:alphaModFix/>
          </a:blip>
          <a:stretch>
            <a:fillRect/>
          </a:stretch>
        </p:blipFill>
        <p:spPr>
          <a:xfrm>
            <a:off x="5040350" y="2506475"/>
            <a:ext cx="4103799" cy="2970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0280C"/>
        </a:solidFill>
      </p:bgPr>
    </p:bg>
    <p:spTree>
      <p:nvGrpSpPr>
        <p:cNvPr id="201" name="Shape 201"/>
        <p:cNvGrpSpPr/>
        <p:nvPr/>
      </p:nvGrpSpPr>
      <p:grpSpPr>
        <a:xfrm>
          <a:off x="0" y="0"/>
          <a:ext cx="0" cy="0"/>
          <a:chOff x="0" y="0"/>
          <a:chExt cx="0" cy="0"/>
        </a:xfrm>
      </p:grpSpPr>
      <p:grpSp>
        <p:nvGrpSpPr>
          <p:cNvPr id="202" name="Google Shape;202;p24"/>
          <p:cNvGrpSpPr/>
          <p:nvPr/>
        </p:nvGrpSpPr>
        <p:grpSpPr>
          <a:xfrm>
            <a:off x="1587352" y="2351975"/>
            <a:ext cx="6246334" cy="1992597"/>
            <a:chOff x="0" y="-47625"/>
            <a:chExt cx="1566361" cy="1049619"/>
          </a:xfrm>
        </p:grpSpPr>
        <p:sp>
          <p:nvSpPr>
            <p:cNvPr id="203" name="Google Shape;203;p24"/>
            <p:cNvSpPr/>
            <p:nvPr/>
          </p:nvSpPr>
          <p:spPr>
            <a:xfrm>
              <a:off x="0" y="0"/>
              <a:ext cx="1566361" cy="1001994"/>
            </a:xfrm>
            <a:custGeom>
              <a:rect b="b" l="l" r="r" t="t"/>
              <a:pathLst>
                <a:path extrusionOk="0" h="1001994" w="1566361">
                  <a:moveTo>
                    <a:pt x="13018" y="0"/>
                  </a:moveTo>
                  <a:lnTo>
                    <a:pt x="1553343" y="0"/>
                  </a:lnTo>
                  <a:cubicBezTo>
                    <a:pt x="1560533" y="0"/>
                    <a:pt x="1566361" y="5828"/>
                    <a:pt x="1566361" y="13018"/>
                  </a:cubicBezTo>
                  <a:lnTo>
                    <a:pt x="1566361" y="988976"/>
                  </a:lnTo>
                  <a:cubicBezTo>
                    <a:pt x="1566361" y="996166"/>
                    <a:pt x="1560533" y="1001994"/>
                    <a:pt x="1553343" y="1001994"/>
                  </a:cubicBezTo>
                  <a:lnTo>
                    <a:pt x="13018" y="1001994"/>
                  </a:lnTo>
                  <a:cubicBezTo>
                    <a:pt x="5828" y="1001994"/>
                    <a:pt x="0" y="996166"/>
                    <a:pt x="0" y="988976"/>
                  </a:cubicBezTo>
                  <a:lnTo>
                    <a:pt x="0" y="13018"/>
                  </a:lnTo>
                  <a:cubicBezTo>
                    <a:pt x="0" y="5828"/>
                    <a:pt x="5828" y="0"/>
                    <a:pt x="13018"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04" name="Google Shape;204;p24"/>
            <p:cNvSpPr txBox="1"/>
            <p:nvPr/>
          </p:nvSpPr>
          <p:spPr>
            <a:xfrm>
              <a:off x="0" y="-47625"/>
              <a:ext cx="1566361" cy="1049619"/>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05" name="Google Shape;205;p24"/>
          <p:cNvGrpSpPr/>
          <p:nvPr/>
        </p:nvGrpSpPr>
        <p:grpSpPr>
          <a:xfrm>
            <a:off x="3865027" y="1512667"/>
            <a:ext cx="1275372" cy="1387510"/>
            <a:chOff x="0" y="-47625"/>
            <a:chExt cx="671814" cy="730884"/>
          </a:xfrm>
        </p:grpSpPr>
        <p:sp>
          <p:nvSpPr>
            <p:cNvPr id="206" name="Google Shape;206;p24"/>
            <p:cNvSpPr/>
            <p:nvPr/>
          </p:nvSpPr>
          <p:spPr>
            <a:xfrm>
              <a:off x="0" y="0"/>
              <a:ext cx="671814" cy="683259"/>
            </a:xfrm>
            <a:custGeom>
              <a:rect b="b" l="l" r="r" t="t"/>
              <a:pathLst>
                <a:path extrusionOk="0" h="683259" w="671814">
                  <a:moveTo>
                    <a:pt x="0" y="0"/>
                  </a:moveTo>
                  <a:lnTo>
                    <a:pt x="671814" y="0"/>
                  </a:lnTo>
                  <a:lnTo>
                    <a:pt x="671814" y="683259"/>
                  </a:lnTo>
                  <a:lnTo>
                    <a:pt x="0" y="683259"/>
                  </a:lnTo>
                  <a:close/>
                </a:path>
              </a:pathLst>
            </a:custGeom>
            <a:solidFill>
              <a:srgbClr val="80280C"/>
            </a:solidFill>
            <a:ln>
              <a:noFill/>
            </a:ln>
          </p:spPr>
        </p:sp>
        <p:sp>
          <p:nvSpPr>
            <p:cNvPr id="207" name="Google Shape;207;p24"/>
            <p:cNvSpPr txBox="1"/>
            <p:nvPr/>
          </p:nvSpPr>
          <p:spPr>
            <a:xfrm>
              <a:off x="0" y="-47625"/>
              <a:ext cx="671814" cy="730884"/>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08" name="Google Shape;208;p24"/>
          <p:cNvSpPr txBox="1"/>
          <p:nvPr/>
        </p:nvSpPr>
        <p:spPr>
          <a:xfrm>
            <a:off x="1587350" y="3057375"/>
            <a:ext cx="6246300" cy="84960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1700"/>
              <a:buFont typeface="Arial"/>
              <a:buNone/>
            </a:pPr>
            <a:r>
              <a:rPr lang="en" sz="1200">
                <a:solidFill>
                  <a:schemeClr val="dk1"/>
                </a:solidFill>
                <a:latin typeface="Sarabun"/>
                <a:ea typeface="Sarabun"/>
                <a:cs typeface="Sarabun"/>
                <a:sym typeface="Sarabun"/>
              </a:rPr>
              <a:t>For power engineers and researchers who need to maintain stable power system frequency in inverter-based distributed generators for microgrids working in islanded mode, the Adaptive Virtual Inertia VSG Controller is a simulation-based frequency stabilization system that dynamically adjusts virtual inertia in response to disturbances and improve frequency stability </a:t>
            </a:r>
            <a:endParaRPr i="0" sz="1200" u="none" cap="none" strike="noStrike">
              <a:solidFill>
                <a:srgbClr val="000000"/>
              </a:solidFill>
              <a:latin typeface="Sarabun"/>
              <a:ea typeface="Sarabun"/>
              <a:cs typeface="Sarabun"/>
              <a:sym typeface="Sarabun"/>
            </a:endParaRPr>
          </a:p>
        </p:txBody>
      </p:sp>
      <p:sp>
        <p:nvSpPr>
          <p:cNvPr id="209" name="Google Shape;209;p24"/>
          <p:cNvSpPr txBox="1"/>
          <p:nvPr/>
        </p:nvSpPr>
        <p:spPr>
          <a:xfrm>
            <a:off x="1839505" y="504825"/>
            <a:ext cx="5465100" cy="692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500"/>
              <a:buFont typeface="Arial"/>
              <a:buNone/>
            </a:pPr>
            <a:r>
              <a:rPr lang="en" sz="4500">
                <a:solidFill>
                  <a:srgbClr val="FFFFFF"/>
                </a:solidFill>
                <a:latin typeface="Play"/>
                <a:ea typeface="Play"/>
                <a:cs typeface="Play"/>
                <a:sym typeface="Play"/>
              </a:rPr>
              <a:t>Mission</a:t>
            </a:r>
            <a:endParaRPr b="0" i="0" sz="700" u="none" cap="none" strike="noStrike">
              <a:solidFill>
                <a:srgbClr val="000000"/>
              </a:solidFill>
              <a:latin typeface="Arial"/>
              <a:ea typeface="Arial"/>
              <a:cs typeface="Arial"/>
              <a:sym typeface="Arial"/>
            </a:endParaRPr>
          </a:p>
        </p:txBody>
      </p:sp>
      <p:grpSp>
        <p:nvGrpSpPr>
          <p:cNvPr id="210" name="Google Shape;210;p24"/>
          <p:cNvGrpSpPr/>
          <p:nvPr/>
        </p:nvGrpSpPr>
        <p:grpSpPr>
          <a:xfrm>
            <a:off x="8619311" y="2250934"/>
            <a:ext cx="839298" cy="839298"/>
            <a:chOff x="0" y="0"/>
            <a:chExt cx="812800" cy="812800"/>
          </a:xfrm>
        </p:grpSpPr>
        <p:sp>
          <p:nvSpPr>
            <p:cNvPr id="211" name="Google Shape;211;p24"/>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212" name="Google Shape;212;p24"/>
            <p:cNvSpPr txBox="1"/>
            <p:nvPr/>
          </p:nvSpPr>
          <p:spPr>
            <a:xfrm>
              <a:off x="152400" y="104775"/>
              <a:ext cx="508000" cy="555625"/>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13" name="Google Shape;213;p24"/>
          <p:cNvGrpSpPr/>
          <p:nvPr/>
        </p:nvGrpSpPr>
        <p:grpSpPr>
          <a:xfrm>
            <a:off x="-1095072" y="-677479"/>
            <a:ext cx="2190144" cy="2190144"/>
            <a:chOff x="0" y="0"/>
            <a:chExt cx="812800" cy="812800"/>
          </a:xfrm>
        </p:grpSpPr>
        <p:sp>
          <p:nvSpPr>
            <p:cNvPr id="214" name="Google Shape;214;p24"/>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215" name="Google Shape;215;p24"/>
            <p:cNvSpPr txBox="1"/>
            <p:nvPr/>
          </p:nvSpPr>
          <p:spPr>
            <a:xfrm>
              <a:off x="152400" y="104775"/>
              <a:ext cx="508000" cy="555625"/>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16" name="Google Shape;216;p24"/>
          <p:cNvGrpSpPr/>
          <p:nvPr/>
        </p:nvGrpSpPr>
        <p:grpSpPr>
          <a:xfrm>
            <a:off x="460244" y="641579"/>
            <a:ext cx="703467" cy="703467"/>
            <a:chOff x="0" y="0"/>
            <a:chExt cx="812800" cy="812800"/>
          </a:xfrm>
        </p:grpSpPr>
        <p:sp>
          <p:nvSpPr>
            <p:cNvPr id="217" name="Google Shape;217;p24"/>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A357"/>
              </a:solidFill>
              <a:prstDash val="solid"/>
              <a:miter lim="80"/>
              <a:headEnd len="sm" w="sm" type="none"/>
              <a:tailEnd len="sm" w="sm" type="none"/>
            </a:ln>
          </p:spPr>
        </p:sp>
        <p:sp>
          <p:nvSpPr>
            <p:cNvPr id="218" name="Google Shape;218;p24"/>
            <p:cNvSpPr txBox="1"/>
            <p:nvPr/>
          </p:nvSpPr>
          <p:spPr>
            <a:xfrm>
              <a:off x="88900" y="41275"/>
              <a:ext cx="635000" cy="682625"/>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219" name="Google Shape;219;p24"/>
          <p:cNvPicPr preferRelativeResize="0"/>
          <p:nvPr/>
        </p:nvPicPr>
        <p:blipFill rotWithShape="1">
          <a:blip r:embed="rId3">
            <a:alphaModFix/>
          </a:blip>
          <a:srcRect b="0" l="0" r="0" t="0"/>
          <a:stretch/>
        </p:blipFill>
        <p:spPr>
          <a:xfrm>
            <a:off x="254310" y="1053563"/>
            <a:ext cx="577475" cy="547081"/>
          </a:xfrm>
          <a:prstGeom prst="rect">
            <a:avLst/>
          </a:prstGeom>
          <a:noFill/>
          <a:ln>
            <a:noFill/>
          </a:ln>
        </p:spPr>
      </p:pic>
      <p:pic>
        <p:nvPicPr>
          <p:cNvPr id="220" name="Google Shape;220;p24"/>
          <p:cNvPicPr preferRelativeResize="0"/>
          <p:nvPr/>
        </p:nvPicPr>
        <p:blipFill rotWithShape="1">
          <a:blip r:embed="rId3">
            <a:alphaModFix/>
          </a:blip>
          <a:srcRect b="0" l="0" r="0" t="0"/>
          <a:stretch/>
        </p:blipFill>
        <p:spPr>
          <a:xfrm>
            <a:off x="8444248" y="2117913"/>
            <a:ext cx="577475" cy="547081"/>
          </a:xfrm>
          <a:prstGeom prst="rect">
            <a:avLst/>
          </a:prstGeom>
          <a:noFill/>
          <a:ln>
            <a:noFill/>
          </a:ln>
        </p:spPr>
      </p:pic>
      <p:pic>
        <p:nvPicPr>
          <p:cNvPr id="221" name="Google Shape;221;p24"/>
          <p:cNvPicPr preferRelativeResize="0"/>
          <p:nvPr/>
        </p:nvPicPr>
        <p:blipFill rotWithShape="1">
          <a:blip r:embed="rId4">
            <a:alphaModFix/>
          </a:blip>
          <a:srcRect b="0" l="0" r="0" t="0"/>
          <a:stretch/>
        </p:blipFill>
        <p:spPr>
          <a:xfrm>
            <a:off x="8389025" y="288819"/>
            <a:ext cx="428200" cy="789111"/>
          </a:xfrm>
          <a:prstGeom prst="rect">
            <a:avLst/>
          </a:prstGeom>
          <a:noFill/>
          <a:ln>
            <a:noFill/>
          </a:ln>
        </p:spPr>
      </p:pic>
      <p:pic>
        <p:nvPicPr>
          <p:cNvPr id="222" name="Google Shape;222;p24"/>
          <p:cNvPicPr preferRelativeResize="0"/>
          <p:nvPr/>
        </p:nvPicPr>
        <p:blipFill rotWithShape="1">
          <a:blip r:embed="rId5">
            <a:alphaModFix/>
          </a:blip>
          <a:srcRect b="0" l="0" r="0" t="0"/>
          <a:stretch/>
        </p:blipFill>
        <p:spPr>
          <a:xfrm>
            <a:off x="4203356" y="2117913"/>
            <a:ext cx="737400" cy="737400"/>
          </a:xfrm>
          <a:prstGeom prst="rect">
            <a:avLst/>
          </a:prstGeom>
          <a:noFill/>
          <a:ln>
            <a:noFill/>
          </a:ln>
        </p:spPr>
      </p:pic>
      <p:pic>
        <p:nvPicPr>
          <p:cNvPr id="223" name="Google Shape;223;p24"/>
          <p:cNvPicPr preferRelativeResize="0"/>
          <p:nvPr/>
        </p:nvPicPr>
        <p:blipFill rotWithShape="1">
          <a:blip r:embed="rId6">
            <a:alphaModFix/>
          </a:blip>
          <a:srcRect b="0" l="0" r="0" t="0"/>
          <a:stretch/>
        </p:blipFill>
        <p:spPr>
          <a:xfrm>
            <a:off x="460248" y="3852218"/>
            <a:ext cx="419038" cy="77384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0280C"/>
        </a:solidFill>
      </p:bgPr>
    </p:bg>
    <p:spTree>
      <p:nvGrpSpPr>
        <p:cNvPr id="227" name="Shape 227"/>
        <p:cNvGrpSpPr/>
        <p:nvPr/>
      </p:nvGrpSpPr>
      <p:grpSpPr>
        <a:xfrm>
          <a:off x="0" y="0"/>
          <a:ext cx="0" cy="0"/>
          <a:chOff x="0" y="0"/>
          <a:chExt cx="0" cy="0"/>
        </a:xfrm>
      </p:grpSpPr>
      <p:grpSp>
        <p:nvGrpSpPr>
          <p:cNvPr id="228" name="Google Shape;228;p25"/>
          <p:cNvGrpSpPr/>
          <p:nvPr/>
        </p:nvGrpSpPr>
        <p:grpSpPr>
          <a:xfrm>
            <a:off x="1279021" y="2490725"/>
            <a:ext cx="948687" cy="1026702"/>
            <a:chOff x="0" y="-47625"/>
            <a:chExt cx="579634" cy="627300"/>
          </a:xfrm>
        </p:grpSpPr>
        <p:sp>
          <p:nvSpPr>
            <p:cNvPr id="229" name="Google Shape;229;p25"/>
            <p:cNvSpPr/>
            <p:nvPr/>
          </p:nvSpPr>
          <p:spPr>
            <a:xfrm>
              <a:off x="0" y="0"/>
              <a:ext cx="579634" cy="579634"/>
            </a:xfrm>
            <a:custGeom>
              <a:rect b="b" l="l" r="r" t="t"/>
              <a:pathLst>
                <a:path extrusionOk="0" h="579634" w="579634">
                  <a:moveTo>
                    <a:pt x="40803" y="0"/>
                  </a:moveTo>
                  <a:lnTo>
                    <a:pt x="538831" y="0"/>
                  </a:lnTo>
                  <a:cubicBezTo>
                    <a:pt x="549652" y="0"/>
                    <a:pt x="560031" y="4299"/>
                    <a:pt x="567683" y="11951"/>
                  </a:cubicBezTo>
                  <a:cubicBezTo>
                    <a:pt x="575335" y="19603"/>
                    <a:pt x="579634" y="29981"/>
                    <a:pt x="579634" y="40803"/>
                  </a:cubicBezTo>
                  <a:lnTo>
                    <a:pt x="579634" y="538831"/>
                  </a:lnTo>
                  <a:cubicBezTo>
                    <a:pt x="579634" y="549652"/>
                    <a:pt x="575335" y="560031"/>
                    <a:pt x="567683" y="567683"/>
                  </a:cubicBezTo>
                  <a:cubicBezTo>
                    <a:pt x="560031" y="575335"/>
                    <a:pt x="549652" y="579634"/>
                    <a:pt x="538831" y="579634"/>
                  </a:cubicBezTo>
                  <a:lnTo>
                    <a:pt x="40803" y="579634"/>
                  </a:lnTo>
                  <a:cubicBezTo>
                    <a:pt x="29981" y="579634"/>
                    <a:pt x="19603" y="575335"/>
                    <a:pt x="11951" y="567683"/>
                  </a:cubicBezTo>
                  <a:cubicBezTo>
                    <a:pt x="4299" y="560031"/>
                    <a:pt x="0" y="549652"/>
                    <a:pt x="0" y="538831"/>
                  </a:cubicBezTo>
                  <a:lnTo>
                    <a:pt x="0" y="40803"/>
                  </a:lnTo>
                  <a:cubicBezTo>
                    <a:pt x="0" y="29981"/>
                    <a:pt x="4299" y="19603"/>
                    <a:pt x="11951" y="11951"/>
                  </a:cubicBezTo>
                  <a:cubicBezTo>
                    <a:pt x="19603" y="4299"/>
                    <a:pt x="29981" y="0"/>
                    <a:pt x="40803"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30" name="Google Shape;230;p25"/>
            <p:cNvSpPr txBox="1"/>
            <p:nvPr/>
          </p:nvSpPr>
          <p:spPr>
            <a:xfrm>
              <a:off x="0" y="-47625"/>
              <a:ext cx="579600" cy="6273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31" name="Google Shape;231;p25"/>
          <p:cNvGrpSpPr/>
          <p:nvPr/>
        </p:nvGrpSpPr>
        <p:grpSpPr>
          <a:xfrm>
            <a:off x="4164672" y="2390375"/>
            <a:ext cx="948687" cy="1026702"/>
            <a:chOff x="0" y="-47625"/>
            <a:chExt cx="579634" cy="627300"/>
          </a:xfrm>
        </p:grpSpPr>
        <p:sp>
          <p:nvSpPr>
            <p:cNvPr id="232" name="Google Shape;232;p25"/>
            <p:cNvSpPr/>
            <p:nvPr/>
          </p:nvSpPr>
          <p:spPr>
            <a:xfrm>
              <a:off x="0" y="0"/>
              <a:ext cx="579634" cy="579634"/>
            </a:xfrm>
            <a:custGeom>
              <a:rect b="b" l="l" r="r" t="t"/>
              <a:pathLst>
                <a:path extrusionOk="0" h="579634" w="579634">
                  <a:moveTo>
                    <a:pt x="40803" y="0"/>
                  </a:moveTo>
                  <a:lnTo>
                    <a:pt x="538831" y="0"/>
                  </a:lnTo>
                  <a:cubicBezTo>
                    <a:pt x="549652" y="0"/>
                    <a:pt x="560031" y="4299"/>
                    <a:pt x="567683" y="11951"/>
                  </a:cubicBezTo>
                  <a:cubicBezTo>
                    <a:pt x="575335" y="19603"/>
                    <a:pt x="579634" y="29981"/>
                    <a:pt x="579634" y="40803"/>
                  </a:cubicBezTo>
                  <a:lnTo>
                    <a:pt x="579634" y="538831"/>
                  </a:lnTo>
                  <a:cubicBezTo>
                    <a:pt x="579634" y="549652"/>
                    <a:pt x="575335" y="560031"/>
                    <a:pt x="567683" y="567683"/>
                  </a:cubicBezTo>
                  <a:cubicBezTo>
                    <a:pt x="560031" y="575335"/>
                    <a:pt x="549652" y="579634"/>
                    <a:pt x="538831" y="579634"/>
                  </a:cubicBezTo>
                  <a:lnTo>
                    <a:pt x="40803" y="579634"/>
                  </a:lnTo>
                  <a:cubicBezTo>
                    <a:pt x="29981" y="579634"/>
                    <a:pt x="19603" y="575335"/>
                    <a:pt x="11951" y="567683"/>
                  </a:cubicBezTo>
                  <a:cubicBezTo>
                    <a:pt x="4299" y="560031"/>
                    <a:pt x="0" y="549652"/>
                    <a:pt x="0" y="538831"/>
                  </a:cubicBezTo>
                  <a:lnTo>
                    <a:pt x="0" y="40803"/>
                  </a:lnTo>
                  <a:cubicBezTo>
                    <a:pt x="0" y="29981"/>
                    <a:pt x="4299" y="19603"/>
                    <a:pt x="11951" y="11951"/>
                  </a:cubicBezTo>
                  <a:cubicBezTo>
                    <a:pt x="19603" y="4299"/>
                    <a:pt x="29981" y="0"/>
                    <a:pt x="40803"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33" name="Google Shape;233;p25"/>
            <p:cNvSpPr txBox="1"/>
            <p:nvPr/>
          </p:nvSpPr>
          <p:spPr>
            <a:xfrm>
              <a:off x="0" y="-47625"/>
              <a:ext cx="579600" cy="6273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cxnSp>
        <p:nvCxnSpPr>
          <p:cNvPr id="234" name="Google Shape;234;p25"/>
          <p:cNvCxnSpPr>
            <a:stCxn id="235" idx="1"/>
          </p:cNvCxnSpPr>
          <p:nvPr/>
        </p:nvCxnSpPr>
        <p:spPr>
          <a:xfrm>
            <a:off x="1416025" y="3014787"/>
            <a:ext cx="2726700" cy="0"/>
          </a:xfrm>
          <a:prstGeom prst="straightConnector1">
            <a:avLst/>
          </a:prstGeom>
          <a:noFill/>
          <a:ln cap="flat" cmpd="sng" w="47625">
            <a:solidFill>
              <a:srgbClr val="FFFFFF"/>
            </a:solidFill>
            <a:prstDash val="solid"/>
            <a:round/>
            <a:headEnd len="sm" w="sm" type="none"/>
            <a:tailEnd len="sm" w="sm" type="none"/>
          </a:ln>
        </p:spPr>
      </p:cxnSp>
      <p:sp>
        <p:nvSpPr>
          <p:cNvPr id="236" name="Google Shape;236;p25"/>
          <p:cNvSpPr/>
          <p:nvPr/>
        </p:nvSpPr>
        <p:spPr>
          <a:xfrm>
            <a:off x="1321341" y="2927466"/>
            <a:ext cx="174625" cy="17462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37" name="Google Shape;237;p25"/>
          <p:cNvSpPr/>
          <p:nvPr/>
        </p:nvSpPr>
        <p:spPr>
          <a:xfrm>
            <a:off x="4550617" y="2918904"/>
            <a:ext cx="174625" cy="17462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38" name="Google Shape;238;p25"/>
          <p:cNvSpPr/>
          <p:nvPr/>
        </p:nvSpPr>
        <p:spPr>
          <a:xfrm>
            <a:off x="7147954" y="2909280"/>
            <a:ext cx="174625" cy="17462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cxnSp>
        <p:nvCxnSpPr>
          <p:cNvPr id="239" name="Google Shape;239;p25"/>
          <p:cNvCxnSpPr/>
          <p:nvPr/>
        </p:nvCxnSpPr>
        <p:spPr>
          <a:xfrm flipH="1" rot="10800000">
            <a:off x="4646325" y="2998525"/>
            <a:ext cx="2501700" cy="22500"/>
          </a:xfrm>
          <a:prstGeom prst="straightConnector1">
            <a:avLst/>
          </a:prstGeom>
          <a:noFill/>
          <a:ln cap="flat" cmpd="sng" w="47625">
            <a:solidFill>
              <a:srgbClr val="FFFFFF"/>
            </a:solidFill>
            <a:prstDash val="solid"/>
            <a:round/>
            <a:headEnd len="sm" w="sm" type="none"/>
            <a:tailEnd len="sm" w="sm" type="none"/>
          </a:ln>
        </p:spPr>
      </p:cxnSp>
      <p:grpSp>
        <p:nvGrpSpPr>
          <p:cNvPr id="240" name="Google Shape;240;p25"/>
          <p:cNvGrpSpPr/>
          <p:nvPr/>
        </p:nvGrpSpPr>
        <p:grpSpPr>
          <a:xfrm>
            <a:off x="6762010" y="2390375"/>
            <a:ext cx="948687" cy="1026702"/>
            <a:chOff x="0" y="-47625"/>
            <a:chExt cx="579634" cy="627300"/>
          </a:xfrm>
        </p:grpSpPr>
        <p:sp>
          <p:nvSpPr>
            <p:cNvPr id="241" name="Google Shape;241;p25"/>
            <p:cNvSpPr/>
            <p:nvPr/>
          </p:nvSpPr>
          <p:spPr>
            <a:xfrm>
              <a:off x="0" y="0"/>
              <a:ext cx="579634" cy="579634"/>
            </a:xfrm>
            <a:custGeom>
              <a:rect b="b" l="l" r="r" t="t"/>
              <a:pathLst>
                <a:path extrusionOk="0" h="579634" w="579634">
                  <a:moveTo>
                    <a:pt x="40803" y="0"/>
                  </a:moveTo>
                  <a:lnTo>
                    <a:pt x="538831" y="0"/>
                  </a:lnTo>
                  <a:cubicBezTo>
                    <a:pt x="549652" y="0"/>
                    <a:pt x="560031" y="4299"/>
                    <a:pt x="567683" y="11951"/>
                  </a:cubicBezTo>
                  <a:cubicBezTo>
                    <a:pt x="575335" y="19603"/>
                    <a:pt x="579634" y="29981"/>
                    <a:pt x="579634" y="40803"/>
                  </a:cubicBezTo>
                  <a:lnTo>
                    <a:pt x="579634" y="538831"/>
                  </a:lnTo>
                  <a:cubicBezTo>
                    <a:pt x="579634" y="549652"/>
                    <a:pt x="575335" y="560031"/>
                    <a:pt x="567683" y="567683"/>
                  </a:cubicBezTo>
                  <a:cubicBezTo>
                    <a:pt x="560031" y="575335"/>
                    <a:pt x="549652" y="579634"/>
                    <a:pt x="538831" y="579634"/>
                  </a:cubicBezTo>
                  <a:lnTo>
                    <a:pt x="40803" y="579634"/>
                  </a:lnTo>
                  <a:cubicBezTo>
                    <a:pt x="29981" y="579634"/>
                    <a:pt x="19603" y="575335"/>
                    <a:pt x="11951" y="567683"/>
                  </a:cubicBezTo>
                  <a:cubicBezTo>
                    <a:pt x="4299" y="560031"/>
                    <a:pt x="0" y="549652"/>
                    <a:pt x="0" y="538831"/>
                  </a:cubicBezTo>
                  <a:lnTo>
                    <a:pt x="0" y="40803"/>
                  </a:lnTo>
                  <a:cubicBezTo>
                    <a:pt x="0" y="29981"/>
                    <a:pt x="4299" y="19603"/>
                    <a:pt x="11951" y="11951"/>
                  </a:cubicBezTo>
                  <a:cubicBezTo>
                    <a:pt x="19603" y="4299"/>
                    <a:pt x="29981" y="0"/>
                    <a:pt x="40803"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42" name="Google Shape;242;p25"/>
            <p:cNvSpPr txBox="1"/>
            <p:nvPr/>
          </p:nvSpPr>
          <p:spPr>
            <a:xfrm>
              <a:off x="0" y="-47625"/>
              <a:ext cx="579600" cy="6273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43" name="Google Shape;243;p25"/>
          <p:cNvSpPr txBox="1"/>
          <p:nvPr/>
        </p:nvSpPr>
        <p:spPr>
          <a:xfrm>
            <a:off x="514350" y="473413"/>
            <a:ext cx="8115300" cy="6927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Clr>
                <a:srgbClr val="000000"/>
              </a:buClr>
              <a:buSzPts val="4500"/>
              <a:buFont typeface="Arial"/>
              <a:buNone/>
            </a:pPr>
            <a:r>
              <a:rPr lang="en" sz="4500">
                <a:solidFill>
                  <a:srgbClr val="FFFFFF"/>
                </a:solidFill>
                <a:latin typeface="Play"/>
                <a:ea typeface="Play"/>
                <a:cs typeface="Play"/>
                <a:sym typeface="Play"/>
              </a:rPr>
              <a:t>User Stories</a:t>
            </a:r>
            <a:endParaRPr b="0" i="0" sz="700" u="none" cap="none" strike="noStrike">
              <a:solidFill>
                <a:srgbClr val="000000"/>
              </a:solidFill>
              <a:latin typeface="Arial"/>
              <a:ea typeface="Arial"/>
              <a:cs typeface="Arial"/>
              <a:sym typeface="Arial"/>
            </a:endParaRPr>
          </a:p>
        </p:txBody>
      </p:sp>
      <p:sp>
        <p:nvSpPr>
          <p:cNvPr id="244" name="Google Shape;244;p25"/>
          <p:cNvSpPr txBox="1"/>
          <p:nvPr/>
        </p:nvSpPr>
        <p:spPr>
          <a:xfrm>
            <a:off x="514349" y="3707988"/>
            <a:ext cx="2478000" cy="26160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1700"/>
              <a:buFont typeface="Arial"/>
              <a:buNone/>
            </a:pPr>
            <a:r>
              <a:rPr lang="en" sz="1700">
                <a:solidFill>
                  <a:srgbClr val="FFFFFF"/>
                </a:solidFill>
                <a:latin typeface="Roboto"/>
                <a:ea typeface="Roboto"/>
                <a:cs typeface="Roboto"/>
                <a:sym typeface="Roboto"/>
              </a:rPr>
              <a:t>Power/Control Engineers</a:t>
            </a:r>
            <a:endParaRPr b="0" i="0" sz="700" u="none" cap="none" strike="noStrike">
              <a:solidFill>
                <a:srgbClr val="000000"/>
              </a:solidFill>
              <a:latin typeface="Arial"/>
              <a:ea typeface="Arial"/>
              <a:cs typeface="Arial"/>
              <a:sym typeface="Arial"/>
            </a:endParaRPr>
          </a:p>
        </p:txBody>
      </p:sp>
      <p:sp>
        <p:nvSpPr>
          <p:cNvPr id="245" name="Google Shape;245;p25"/>
          <p:cNvSpPr txBox="1"/>
          <p:nvPr/>
        </p:nvSpPr>
        <p:spPr>
          <a:xfrm>
            <a:off x="514356" y="4050714"/>
            <a:ext cx="2478000" cy="677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lang="en" sz="1100">
                <a:solidFill>
                  <a:schemeClr val="lt1"/>
                </a:solidFill>
                <a:latin typeface="Sarabun"/>
                <a:ea typeface="Sarabun"/>
                <a:cs typeface="Sarabun"/>
                <a:sym typeface="Sarabun"/>
              </a:rPr>
              <a:t>Adjust virtual inertia so that I can minimize the rate of change of frequency (RoCoF) and frequency deviations during disturbances</a:t>
            </a:r>
            <a:endParaRPr i="0" sz="1100" u="none" cap="none" strike="noStrike">
              <a:solidFill>
                <a:schemeClr val="lt1"/>
              </a:solidFill>
              <a:latin typeface="Sarabun"/>
              <a:ea typeface="Sarabun"/>
              <a:cs typeface="Sarabun"/>
              <a:sym typeface="Sarabun"/>
            </a:endParaRPr>
          </a:p>
        </p:txBody>
      </p:sp>
      <p:sp>
        <p:nvSpPr>
          <p:cNvPr id="246" name="Google Shape;246;p25"/>
          <p:cNvSpPr txBox="1"/>
          <p:nvPr/>
        </p:nvSpPr>
        <p:spPr>
          <a:xfrm>
            <a:off x="3481426" y="1489075"/>
            <a:ext cx="2313000" cy="26160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1700"/>
              <a:buFont typeface="Arial"/>
              <a:buNone/>
            </a:pPr>
            <a:r>
              <a:rPr lang="en" sz="1700">
                <a:solidFill>
                  <a:srgbClr val="FFFFFF"/>
                </a:solidFill>
                <a:latin typeface="Roboto"/>
                <a:ea typeface="Roboto"/>
                <a:cs typeface="Roboto"/>
                <a:sym typeface="Roboto"/>
              </a:rPr>
              <a:t>Power Researchers</a:t>
            </a:r>
            <a:endParaRPr b="0" i="0" sz="700" u="none" cap="none" strike="noStrike">
              <a:solidFill>
                <a:srgbClr val="000000"/>
              </a:solidFill>
              <a:latin typeface="Arial"/>
              <a:ea typeface="Arial"/>
              <a:cs typeface="Arial"/>
              <a:sym typeface="Arial"/>
            </a:endParaRPr>
          </a:p>
        </p:txBody>
      </p:sp>
      <p:sp>
        <p:nvSpPr>
          <p:cNvPr id="247" name="Google Shape;247;p25"/>
          <p:cNvSpPr txBox="1"/>
          <p:nvPr/>
        </p:nvSpPr>
        <p:spPr>
          <a:xfrm>
            <a:off x="3439804" y="1793538"/>
            <a:ext cx="2399400" cy="5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lang="en" sz="1100">
                <a:solidFill>
                  <a:schemeClr val="lt1"/>
                </a:solidFill>
                <a:latin typeface="Sarabun"/>
                <a:ea typeface="Sarabun"/>
                <a:cs typeface="Sarabun"/>
                <a:sym typeface="Sarabun"/>
              </a:rPr>
              <a:t> Simulate and compare different VSG controller to evaluate their frequency stability performance </a:t>
            </a:r>
            <a:endParaRPr i="0" sz="1100" u="none" cap="none" strike="noStrike">
              <a:solidFill>
                <a:schemeClr val="lt1"/>
              </a:solidFill>
              <a:latin typeface="Sarabun"/>
              <a:ea typeface="Sarabun"/>
              <a:cs typeface="Sarabun"/>
              <a:sym typeface="Sarabun"/>
            </a:endParaRPr>
          </a:p>
        </p:txBody>
      </p:sp>
      <p:sp>
        <p:nvSpPr>
          <p:cNvPr id="248" name="Google Shape;248;p25"/>
          <p:cNvSpPr txBox="1"/>
          <p:nvPr/>
        </p:nvSpPr>
        <p:spPr>
          <a:xfrm>
            <a:off x="6048024" y="3620725"/>
            <a:ext cx="2399400" cy="57570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1700"/>
              <a:buFont typeface="Arial"/>
              <a:buNone/>
            </a:pPr>
            <a:r>
              <a:rPr lang="en" sz="1700">
                <a:solidFill>
                  <a:srgbClr val="FFFFFF"/>
                </a:solidFill>
                <a:latin typeface="Roboto"/>
                <a:ea typeface="Roboto"/>
                <a:cs typeface="Roboto"/>
                <a:sym typeface="Roboto"/>
              </a:rPr>
              <a:t>Renewable Energy Developers</a:t>
            </a:r>
            <a:endParaRPr b="0" i="0" sz="700" u="none" cap="none" strike="noStrike">
              <a:solidFill>
                <a:srgbClr val="000000"/>
              </a:solidFill>
              <a:latin typeface="Arial"/>
              <a:ea typeface="Arial"/>
              <a:cs typeface="Arial"/>
              <a:sym typeface="Arial"/>
            </a:endParaRPr>
          </a:p>
        </p:txBody>
      </p:sp>
      <p:sp>
        <p:nvSpPr>
          <p:cNvPr id="249" name="Google Shape;249;p25"/>
          <p:cNvSpPr txBox="1"/>
          <p:nvPr/>
        </p:nvSpPr>
        <p:spPr>
          <a:xfrm>
            <a:off x="6341275" y="4279450"/>
            <a:ext cx="1812900" cy="50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lang="en" sz="1100">
                <a:solidFill>
                  <a:schemeClr val="lt1"/>
                </a:solidFill>
                <a:latin typeface="Sarabun"/>
                <a:ea typeface="Sarabun"/>
                <a:cs typeface="Sarabun"/>
                <a:sym typeface="Sarabun"/>
              </a:rPr>
              <a:t>Evaluate adaptive VSG performance to determine its operability in a </a:t>
            </a:r>
            <a:r>
              <a:rPr lang="en" sz="1100">
                <a:solidFill>
                  <a:schemeClr val="lt1"/>
                </a:solidFill>
                <a:latin typeface="Sarabun"/>
                <a:ea typeface="Sarabun"/>
                <a:cs typeface="Sarabun"/>
                <a:sym typeface="Sarabun"/>
              </a:rPr>
              <a:t>microgrid</a:t>
            </a:r>
            <a:endParaRPr i="0" sz="1100" u="none" cap="none" strike="noStrike">
              <a:solidFill>
                <a:schemeClr val="lt1"/>
              </a:solidFill>
              <a:latin typeface="Sarabun"/>
              <a:ea typeface="Sarabun"/>
              <a:cs typeface="Sarabun"/>
              <a:sym typeface="Sarabun"/>
            </a:endParaRPr>
          </a:p>
        </p:txBody>
      </p:sp>
      <p:grpSp>
        <p:nvGrpSpPr>
          <p:cNvPr id="250" name="Google Shape;250;p25"/>
          <p:cNvGrpSpPr/>
          <p:nvPr/>
        </p:nvGrpSpPr>
        <p:grpSpPr>
          <a:xfrm>
            <a:off x="-1085280" y="358607"/>
            <a:ext cx="1734596" cy="1776416"/>
            <a:chOff x="0" y="0"/>
            <a:chExt cx="812800" cy="832396"/>
          </a:xfrm>
        </p:grpSpPr>
        <p:sp>
          <p:nvSpPr>
            <p:cNvPr id="251" name="Google Shape;251;p25"/>
            <p:cNvSpPr/>
            <p:nvPr/>
          </p:nvSpPr>
          <p:spPr>
            <a:xfrm>
              <a:off x="0" y="0"/>
              <a:ext cx="812800" cy="832396"/>
            </a:xfrm>
            <a:custGeom>
              <a:rect b="b" l="l" r="r" t="t"/>
              <a:pathLst>
                <a:path extrusionOk="0" h="832396" w="812800">
                  <a:moveTo>
                    <a:pt x="406400" y="0"/>
                  </a:moveTo>
                  <a:lnTo>
                    <a:pt x="445826" y="34152"/>
                  </a:lnTo>
                  <a:lnTo>
                    <a:pt x="491360" y="9095"/>
                  </a:lnTo>
                  <a:lnTo>
                    <a:pt x="522953" y="50849"/>
                  </a:lnTo>
                  <a:lnTo>
                    <a:pt x="572609" y="35982"/>
                  </a:lnTo>
                  <a:lnTo>
                    <a:pt x="594986" y="83514"/>
                  </a:lnTo>
                  <a:lnTo>
                    <a:pt x="646591" y="79487"/>
                  </a:lnTo>
                  <a:lnTo>
                    <a:pt x="658778" y="130719"/>
                  </a:lnTo>
                  <a:lnTo>
                    <a:pt x="710077" y="137707"/>
                  </a:lnTo>
                  <a:lnTo>
                    <a:pt x="711539" y="190400"/>
                  </a:lnTo>
                  <a:lnTo>
                    <a:pt x="760292" y="208099"/>
                  </a:lnTo>
                  <a:lnTo>
                    <a:pt x="750965" y="259950"/>
                  </a:lnTo>
                  <a:lnTo>
                    <a:pt x="795038" y="287586"/>
                  </a:lnTo>
                  <a:lnTo>
                    <a:pt x="775331" y="336328"/>
                  </a:lnTo>
                  <a:lnTo>
                    <a:pt x="812800" y="372694"/>
                  </a:lnTo>
                  <a:lnTo>
                    <a:pt x="783573" y="416198"/>
                  </a:lnTo>
                  <a:lnTo>
                    <a:pt x="812800" y="459703"/>
                  </a:lnTo>
                  <a:lnTo>
                    <a:pt x="775331" y="496068"/>
                  </a:lnTo>
                  <a:lnTo>
                    <a:pt x="795038" y="544810"/>
                  </a:lnTo>
                  <a:lnTo>
                    <a:pt x="750965" y="572447"/>
                  </a:lnTo>
                  <a:lnTo>
                    <a:pt x="760292" y="624297"/>
                  </a:lnTo>
                  <a:lnTo>
                    <a:pt x="711539" y="641996"/>
                  </a:lnTo>
                  <a:lnTo>
                    <a:pt x="710077" y="694689"/>
                  </a:lnTo>
                  <a:lnTo>
                    <a:pt x="658778" y="701678"/>
                  </a:lnTo>
                  <a:lnTo>
                    <a:pt x="646591" y="752909"/>
                  </a:lnTo>
                  <a:lnTo>
                    <a:pt x="594986" y="748882"/>
                  </a:lnTo>
                  <a:lnTo>
                    <a:pt x="572609" y="796415"/>
                  </a:lnTo>
                  <a:lnTo>
                    <a:pt x="522953" y="781547"/>
                  </a:lnTo>
                  <a:lnTo>
                    <a:pt x="491360" y="823301"/>
                  </a:lnTo>
                  <a:lnTo>
                    <a:pt x="445826" y="798245"/>
                  </a:lnTo>
                  <a:lnTo>
                    <a:pt x="406400" y="832396"/>
                  </a:lnTo>
                  <a:lnTo>
                    <a:pt x="366974" y="798245"/>
                  </a:lnTo>
                  <a:lnTo>
                    <a:pt x="321440" y="823301"/>
                  </a:lnTo>
                  <a:lnTo>
                    <a:pt x="289847" y="781547"/>
                  </a:lnTo>
                  <a:lnTo>
                    <a:pt x="240191" y="796415"/>
                  </a:lnTo>
                  <a:lnTo>
                    <a:pt x="217814" y="748882"/>
                  </a:lnTo>
                  <a:lnTo>
                    <a:pt x="166209" y="752909"/>
                  </a:lnTo>
                  <a:lnTo>
                    <a:pt x="154022" y="701678"/>
                  </a:lnTo>
                  <a:lnTo>
                    <a:pt x="102722" y="694689"/>
                  </a:lnTo>
                  <a:lnTo>
                    <a:pt x="101260" y="641996"/>
                  </a:lnTo>
                  <a:lnTo>
                    <a:pt x="52509" y="624297"/>
                  </a:lnTo>
                  <a:lnTo>
                    <a:pt x="61835" y="572447"/>
                  </a:lnTo>
                  <a:lnTo>
                    <a:pt x="17762" y="544810"/>
                  </a:lnTo>
                  <a:lnTo>
                    <a:pt x="37469" y="496068"/>
                  </a:lnTo>
                  <a:lnTo>
                    <a:pt x="0" y="459703"/>
                  </a:lnTo>
                  <a:lnTo>
                    <a:pt x="29227" y="416198"/>
                  </a:lnTo>
                  <a:lnTo>
                    <a:pt x="0" y="372694"/>
                  </a:lnTo>
                  <a:lnTo>
                    <a:pt x="37469" y="336328"/>
                  </a:lnTo>
                  <a:lnTo>
                    <a:pt x="17762" y="287586"/>
                  </a:lnTo>
                  <a:lnTo>
                    <a:pt x="61835" y="259950"/>
                  </a:lnTo>
                  <a:lnTo>
                    <a:pt x="52509" y="208099"/>
                  </a:lnTo>
                  <a:lnTo>
                    <a:pt x="101260" y="190400"/>
                  </a:lnTo>
                  <a:lnTo>
                    <a:pt x="102722" y="137707"/>
                  </a:lnTo>
                  <a:lnTo>
                    <a:pt x="154022" y="130719"/>
                  </a:lnTo>
                  <a:lnTo>
                    <a:pt x="166209" y="79487"/>
                  </a:lnTo>
                  <a:lnTo>
                    <a:pt x="217814" y="83514"/>
                  </a:lnTo>
                  <a:lnTo>
                    <a:pt x="240191" y="35982"/>
                  </a:lnTo>
                  <a:lnTo>
                    <a:pt x="289847" y="50849"/>
                  </a:lnTo>
                  <a:lnTo>
                    <a:pt x="321440" y="9095"/>
                  </a:lnTo>
                  <a:lnTo>
                    <a:pt x="366974" y="34152"/>
                  </a:lnTo>
                  <a:lnTo>
                    <a:pt x="406400" y="0"/>
                  </a:lnTo>
                  <a:close/>
                </a:path>
              </a:pathLst>
            </a:custGeom>
            <a:solidFill>
              <a:srgbClr val="FF5757"/>
            </a:solidFill>
            <a:ln>
              <a:noFill/>
            </a:ln>
          </p:spPr>
        </p:sp>
        <p:sp>
          <p:nvSpPr>
            <p:cNvPr id="252" name="Google Shape;252;p25"/>
            <p:cNvSpPr txBox="1"/>
            <p:nvPr/>
          </p:nvSpPr>
          <p:spPr>
            <a:xfrm>
              <a:off x="152400" y="108449"/>
              <a:ext cx="507900" cy="5679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53" name="Google Shape;253;p25"/>
          <p:cNvGrpSpPr/>
          <p:nvPr/>
        </p:nvGrpSpPr>
        <p:grpSpPr>
          <a:xfrm>
            <a:off x="8508101" y="4328821"/>
            <a:ext cx="1156858" cy="1156858"/>
            <a:chOff x="0" y="0"/>
            <a:chExt cx="812800" cy="812800"/>
          </a:xfrm>
        </p:grpSpPr>
        <p:sp>
          <p:nvSpPr>
            <p:cNvPr id="254" name="Google Shape;254;p25"/>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255" name="Google Shape;255;p25"/>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56" name="Google Shape;256;p25"/>
          <p:cNvGrpSpPr/>
          <p:nvPr/>
        </p:nvGrpSpPr>
        <p:grpSpPr>
          <a:xfrm>
            <a:off x="224572" y="1064419"/>
            <a:ext cx="639348" cy="639348"/>
            <a:chOff x="0" y="0"/>
            <a:chExt cx="812800" cy="812800"/>
          </a:xfrm>
        </p:grpSpPr>
        <p:sp>
          <p:nvSpPr>
            <p:cNvPr id="257" name="Google Shape;257;p25"/>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A357"/>
              </a:solidFill>
              <a:prstDash val="solid"/>
              <a:miter lim="80"/>
              <a:headEnd len="sm" w="sm" type="none"/>
              <a:tailEnd len="sm" w="sm" type="none"/>
            </a:ln>
          </p:spPr>
        </p:sp>
        <p:sp>
          <p:nvSpPr>
            <p:cNvPr id="258" name="Google Shape;258;p25"/>
            <p:cNvSpPr txBox="1"/>
            <p:nvPr/>
          </p:nvSpPr>
          <p:spPr>
            <a:xfrm>
              <a:off x="88900" y="41275"/>
              <a:ext cx="635100" cy="682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259" name="Google Shape;259;p25"/>
          <p:cNvPicPr preferRelativeResize="0"/>
          <p:nvPr/>
        </p:nvPicPr>
        <p:blipFill rotWithShape="1">
          <a:blip r:embed="rId3">
            <a:alphaModFix/>
          </a:blip>
          <a:srcRect b="0" l="0" r="0" t="0"/>
          <a:stretch/>
        </p:blipFill>
        <p:spPr>
          <a:xfrm>
            <a:off x="224573" y="1483987"/>
            <a:ext cx="460937" cy="439569"/>
          </a:xfrm>
          <a:prstGeom prst="rect">
            <a:avLst/>
          </a:prstGeom>
          <a:noFill/>
          <a:ln>
            <a:noFill/>
          </a:ln>
        </p:spPr>
      </p:pic>
      <p:pic>
        <p:nvPicPr>
          <p:cNvPr id="260" name="Google Shape;260;p25"/>
          <p:cNvPicPr preferRelativeResize="0"/>
          <p:nvPr/>
        </p:nvPicPr>
        <p:blipFill rotWithShape="1">
          <a:blip r:embed="rId4">
            <a:alphaModFix/>
          </a:blip>
          <a:srcRect b="0" l="0" r="0" t="0"/>
          <a:stretch/>
        </p:blipFill>
        <p:spPr>
          <a:xfrm>
            <a:off x="8234491" y="4396938"/>
            <a:ext cx="840260" cy="685800"/>
          </a:xfrm>
          <a:prstGeom prst="rect">
            <a:avLst/>
          </a:prstGeom>
          <a:noFill/>
          <a:ln>
            <a:noFill/>
          </a:ln>
        </p:spPr>
      </p:pic>
      <p:pic>
        <p:nvPicPr>
          <p:cNvPr id="261" name="Google Shape;261;p25"/>
          <p:cNvPicPr preferRelativeResize="0"/>
          <p:nvPr/>
        </p:nvPicPr>
        <p:blipFill rotWithShape="1">
          <a:blip r:embed="rId5">
            <a:alphaModFix/>
          </a:blip>
          <a:srcRect b="0" l="0" r="0" t="0"/>
          <a:stretch/>
        </p:blipFill>
        <p:spPr>
          <a:xfrm>
            <a:off x="7990300" y="323206"/>
            <a:ext cx="639350" cy="346882"/>
          </a:xfrm>
          <a:prstGeom prst="rect">
            <a:avLst/>
          </a:prstGeom>
          <a:noFill/>
          <a:ln>
            <a:noFill/>
          </a:ln>
        </p:spPr>
      </p:pic>
      <p:pic>
        <p:nvPicPr>
          <p:cNvPr id="235" name="Google Shape;235;p25"/>
          <p:cNvPicPr preferRelativeResize="0"/>
          <p:nvPr/>
        </p:nvPicPr>
        <p:blipFill rotWithShape="1">
          <a:blip r:embed="rId6">
            <a:alphaModFix/>
          </a:blip>
          <a:srcRect b="0" l="0" r="0" t="0"/>
          <a:stretch/>
        </p:blipFill>
        <p:spPr>
          <a:xfrm>
            <a:off x="1416025" y="2676004"/>
            <a:ext cx="674662" cy="677565"/>
          </a:xfrm>
          <a:prstGeom prst="rect">
            <a:avLst/>
          </a:prstGeom>
          <a:noFill/>
          <a:ln>
            <a:noFill/>
          </a:ln>
        </p:spPr>
      </p:pic>
      <p:pic>
        <p:nvPicPr>
          <p:cNvPr id="262" name="Google Shape;262;p25"/>
          <p:cNvPicPr preferRelativeResize="0"/>
          <p:nvPr/>
        </p:nvPicPr>
        <p:blipFill rotWithShape="1">
          <a:blip r:embed="rId7">
            <a:alphaModFix/>
          </a:blip>
          <a:srcRect b="0" l="0" r="0" t="0"/>
          <a:stretch/>
        </p:blipFill>
        <p:spPr>
          <a:xfrm>
            <a:off x="4319837" y="2624409"/>
            <a:ext cx="639350" cy="642503"/>
          </a:xfrm>
          <a:prstGeom prst="rect">
            <a:avLst/>
          </a:prstGeom>
          <a:noFill/>
          <a:ln>
            <a:noFill/>
          </a:ln>
        </p:spPr>
      </p:pic>
      <p:pic>
        <p:nvPicPr>
          <p:cNvPr id="263" name="Google Shape;263;p25"/>
          <p:cNvPicPr preferRelativeResize="0"/>
          <p:nvPr/>
        </p:nvPicPr>
        <p:blipFill rotWithShape="1">
          <a:blip r:embed="rId8">
            <a:alphaModFix/>
          </a:blip>
          <a:srcRect b="0" l="0" r="0" t="0"/>
          <a:stretch/>
        </p:blipFill>
        <p:spPr>
          <a:xfrm>
            <a:off x="6928057" y="2625988"/>
            <a:ext cx="639350" cy="639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0280C"/>
        </a:solidFill>
      </p:bgPr>
    </p:bg>
    <p:spTree>
      <p:nvGrpSpPr>
        <p:cNvPr id="267" name="Shape 267"/>
        <p:cNvGrpSpPr/>
        <p:nvPr/>
      </p:nvGrpSpPr>
      <p:grpSpPr>
        <a:xfrm>
          <a:off x="0" y="0"/>
          <a:ext cx="0" cy="0"/>
          <a:chOff x="0" y="0"/>
          <a:chExt cx="0" cy="0"/>
        </a:xfrm>
      </p:grpSpPr>
      <p:grpSp>
        <p:nvGrpSpPr>
          <p:cNvPr id="268" name="Google Shape;268;p26"/>
          <p:cNvGrpSpPr/>
          <p:nvPr/>
        </p:nvGrpSpPr>
        <p:grpSpPr>
          <a:xfrm>
            <a:off x="5269494" y="-182444"/>
            <a:ext cx="4022009" cy="5418413"/>
            <a:chOff x="0" y="-47625"/>
            <a:chExt cx="2118631" cy="2854200"/>
          </a:xfrm>
        </p:grpSpPr>
        <p:sp>
          <p:nvSpPr>
            <p:cNvPr id="269" name="Google Shape;269;p26"/>
            <p:cNvSpPr/>
            <p:nvPr/>
          </p:nvSpPr>
          <p:spPr>
            <a:xfrm>
              <a:off x="0" y="0"/>
              <a:ext cx="2118631" cy="2806492"/>
            </a:xfrm>
            <a:custGeom>
              <a:rect b="b" l="l" r="r" t="t"/>
              <a:pathLst>
                <a:path extrusionOk="0" h="2806492" w="2118631">
                  <a:moveTo>
                    <a:pt x="9624" y="0"/>
                  </a:moveTo>
                  <a:lnTo>
                    <a:pt x="2109006" y="0"/>
                  </a:lnTo>
                  <a:cubicBezTo>
                    <a:pt x="2111559" y="0"/>
                    <a:pt x="2114007" y="1014"/>
                    <a:pt x="2115812" y="2819"/>
                  </a:cubicBezTo>
                  <a:cubicBezTo>
                    <a:pt x="2117617" y="4624"/>
                    <a:pt x="2118631" y="7072"/>
                    <a:pt x="2118631" y="9624"/>
                  </a:cubicBezTo>
                  <a:lnTo>
                    <a:pt x="2118631" y="2796868"/>
                  </a:lnTo>
                  <a:cubicBezTo>
                    <a:pt x="2118631" y="2799421"/>
                    <a:pt x="2117617" y="2801869"/>
                    <a:pt x="2115812" y="2803673"/>
                  </a:cubicBezTo>
                  <a:cubicBezTo>
                    <a:pt x="2114007" y="2805478"/>
                    <a:pt x="2111559" y="2806492"/>
                    <a:pt x="2109006" y="2806492"/>
                  </a:cubicBezTo>
                  <a:lnTo>
                    <a:pt x="9624" y="2806492"/>
                  </a:lnTo>
                  <a:cubicBezTo>
                    <a:pt x="7072" y="2806492"/>
                    <a:pt x="4624" y="2805478"/>
                    <a:pt x="2819" y="2803673"/>
                  </a:cubicBezTo>
                  <a:cubicBezTo>
                    <a:pt x="1014" y="2801869"/>
                    <a:pt x="0" y="2799421"/>
                    <a:pt x="0" y="2796868"/>
                  </a:cubicBezTo>
                  <a:lnTo>
                    <a:pt x="0" y="9624"/>
                  </a:lnTo>
                  <a:cubicBezTo>
                    <a:pt x="0" y="7072"/>
                    <a:pt x="1014" y="4624"/>
                    <a:pt x="2819" y="2819"/>
                  </a:cubicBezTo>
                  <a:cubicBezTo>
                    <a:pt x="4624" y="1014"/>
                    <a:pt x="7072" y="0"/>
                    <a:pt x="9624"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70" name="Google Shape;270;p26"/>
            <p:cNvSpPr txBox="1"/>
            <p:nvPr/>
          </p:nvSpPr>
          <p:spPr>
            <a:xfrm>
              <a:off x="0" y="-47625"/>
              <a:ext cx="2118600" cy="28542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71" name="Google Shape;271;p26"/>
          <p:cNvGrpSpPr/>
          <p:nvPr/>
        </p:nvGrpSpPr>
        <p:grpSpPr>
          <a:xfrm>
            <a:off x="8051229" y="-187100"/>
            <a:ext cx="1402893" cy="1402893"/>
            <a:chOff x="0" y="0"/>
            <a:chExt cx="812800" cy="812800"/>
          </a:xfrm>
        </p:grpSpPr>
        <p:sp>
          <p:nvSpPr>
            <p:cNvPr id="272" name="Google Shape;272;p26"/>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273" name="Google Shape;273;p26"/>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274" name="Google Shape;274;p26"/>
          <p:cNvPicPr preferRelativeResize="0"/>
          <p:nvPr/>
        </p:nvPicPr>
        <p:blipFill rotWithShape="1">
          <a:blip r:embed="rId3">
            <a:alphaModFix/>
          </a:blip>
          <a:srcRect b="0" l="0" r="0" t="0"/>
          <a:stretch/>
        </p:blipFill>
        <p:spPr>
          <a:xfrm>
            <a:off x="8246523" y="705026"/>
            <a:ext cx="558850" cy="529437"/>
          </a:xfrm>
          <a:prstGeom prst="rect">
            <a:avLst/>
          </a:prstGeom>
          <a:noFill/>
          <a:ln>
            <a:noFill/>
          </a:ln>
        </p:spPr>
      </p:pic>
      <p:grpSp>
        <p:nvGrpSpPr>
          <p:cNvPr id="275" name="Google Shape;275;p26"/>
          <p:cNvGrpSpPr/>
          <p:nvPr/>
        </p:nvGrpSpPr>
        <p:grpSpPr>
          <a:xfrm>
            <a:off x="1336403" y="1009194"/>
            <a:ext cx="558836" cy="649253"/>
            <a:chOff x="0" y="-47625"/>
            <a:chExt cx="294372" cy="342000"/>
          </a:xfrm>
        </p:grpSpPr>
        <p:sp>
          <p:nvSpPr>
            <p:cNvPr id="276" name="Google Shape;276;p26"/>
            <p:cNvSpPr/>
            <p:nvPr/>
          </p:nvSpPr>
          <p:spPr>
            <a:xfrm>
              <a:off x="0" y="0"/>
              <a:ext cx="294372" cy="294372"/>
            </a:xfrm>
            <a:custGeom>
              <a:rect b="b" l="l" r="r" t="t"/>
              <a:pathLst>
                <a:path extrusionOk="0" h="294372" w="294372">
                  <a:moveTo>
                    <a:pt x="69267" y="0"/>
                  </a:moveTo>
                  <a:lnTo>
                    <a:pt x="225105" y="0"/>
                  </a:lnTo>
                  <a:cubicBezTo>
                    <a:pt x="243476" y="0"/>
                    <a:pt x="261094" y="7298"/>
                    <a:pt x="274084" y="20288"/>
                  </a:cubicBezTo>
                  <a:cubicBezTo>
                    <a:pt x="287074" y="33278"/>
                    <a:pt x="294372" y="50896"/>
                    <a:pt x="294372" y="69267"/>
                  </a:cubicBezTo>
                  <a:lnTo>
                    <a:pt x="294372" y="225105"/>
                  </a:lnTo>
                  <a:cubicBezTo>
                    <a:pt x="294372" y="263360"/>
                    <a:pt x="263360" y="294372"/>
                    <a:pt x="225105" y="294372"/>
                  </a:cubicBezTo>
                  <a:lnTo>
                    <a:pt x="69267" y="294372"/>
                  </a:lnTo>
                  <a:cubicBezTo>
                    <a:pt x="31012" y="294372"/>
                    <a:pt x="0" y="263360"/>
                    <a:pt x="0" y="225105"/>
                  </a:cubicBezTo>
                  <a:lnTo>
                    <a:pt x="0" y="69267"/>
                  </a:lnTo>
                  <a:cubicBezTo>
                    <a:pt x="0" y="31012"/>
                    <a:pt x="31012" y="0"/>
                    <a:pt x="69267"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77" name="Google Shape;277;p26"/>
            <p:cNvSpPr txBox="1"/>
            <p:nvPr/>
          </p:nvSpPr>
          <p:spPr>
            <a:xfrm>
              <a:off x="0" y="-47625"/>
              <a:ext cx="294300" cy="3420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78" name="Google Shape;278;p26"/>
          <p:cNvGrpSpPr/>
          <p:nvPr/>
        </p:nvGrpSpPr>
        <p:grpSpPr>
          <a:xfrm>
            <a:off x="1336403" y="1939926"/>
            <a:ext cx="558836" cy="649253"/>
            <a:chOff x="0" y="-47625"/>
            <a:chExt cx="294372" cy="342000"/>
          </a:xfrm>
        </p:grpSpPr>
        <p:sp>
          <p:nvSpPr>
            <p:cNvPr id="279" name="Google Shape;279;p26"/>
            <p:cNvSpPr/>
            <p:nvPr/>
          </p:nvSpPr>
          <p:spPr>
            <a:xfrm>
              <a:off x="0" y="0"/>
              <a:ext cx="294372" cy="294372"/>
            </a:xfrm>
            <a:custGeom>
              <a:rect b="b" l="l" r="r" t="t"/>
              <a:pathLst>
                <a:path extrusionOk="0" h="294372" w="294372">
                  <a:moveTo>
                    <a:pt x="69267" y="0"/>
                  </a:moveTo>
                  <a:lnTo>
                    <a:pt x="225105" y="0"/>
                  </a:lnTo>
                  <a:cubicBezTo>
                    <a:pt x="243476" y="0"/>
                    <a:pt x="261094" y="7298"/>
                    <a:pt x="274084" y="20288"/>
                  </a:cubicBezTo>
                  <a:cubicBezTo>
                    <a:pt x="287074" y="33278"/>
                    <a:pt x="294372" y="50896"/>
                    <a:pt x="294372" y="69267"/>
                  </a:cubicBezTo>
                  <a:lnTo>
                    <a:pt x="294372" y="225105"/>
                  </a:lnTo>
                  <a:cubicBezTo>
                    <a:pt x="294372" y="263360"/>
                    <a:pt x="263360" y="294372"/>
                    <a:pt x="225105" y="294372"/>
                  </a:cubicBezTo>
                  <a:lnTo>
                    <a:pt x="69267" y="294372"/>
                  </a:lnTo>
                  <a:cubicBezTo>
                    <a:pt x="31012" y="294372"/>
                    <a:pt x="0" y="263360"/>
                    <a:pt x="0" y="225105"/>
                  </a:cubicBezTo>
                  <a:lnTo>
                    <a:pt x="0" y="69267"/>
                  </a:lnTo>
                  <a:cubicBezTo>
                    <a:pt x="0" y="31012"/>
                    <a:pt x="31012" y="0"/>
                    <a:pt x="69267"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80" name="Google Shape;280;p26"/>
            <p:cNvSpPr txBox="1"/>
            <p:nvPr/>
          </p:nvSpPr>
          <p:spPr>
            <a:xfrm>
              <a:off x="0" y="-47625"/>
              <a:ext cx="294300" cy="3420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81" name="Google Shape;281;p26"/>
          <p:cNvSpPr txBox="1"/>
          <p:nvPr/>
        </p:nvSpPr>
        <p:spPr>
          <a:xfrm>
            <a:off x="899801" y="274488"/>
            <a:ext cx="4180200" cy="692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4500"/>
              <a:buFont typeface="Arial"/>
              <a:buNone/>
            </a:pPr>
            <a:r>
              <a:rPr lang="en" sz="4500">
                <a:solidFill>
                  <a:srgbClr val="FFFFFF"/>
                </a:solidFill>
                <a:latin typeface="Inria Serif"/>
                <a:ea typeface="Inria Serif"/>
                <a:cs typeface="Inria Serif"/>
                <a:sym typeface="Inria Serif"/>
              </a:rPr>
              <a:t>Tools</a:t>
            </a:r>
            <a:endParaRPr b="0" i="0" sz="700" u="none" cap="none" strike="noStrike">
              <a:solidFill>
                <a:srgbClr val="000000"/>
              </a:solidFill>
              <a:latin typeface="Arial"/>
              <a:ea typeface="Arial"/>
              <a:cs typeface="Arial"/>
              <a:sym typeface="Arial"/>
            </a:endParaRPr>
          </a:p>
        </p:txBody>
      </p:sp>
      <p:sp>
        <p:nvSpPr>
          <p:cNvPr id="282" name="Google Shape;282;p26"/>
          <p:cNvSpPr txBox="1"/>
          <p:nvPr/>
        </p:nvSpPr>
        <p:spPr>
          <a:xfrm>
            <a:off x="2209731" y="2030338"/>
            <a:ext cx="2292000" cy="2616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1700"/>
              <a:buFont typeface="Arial"/>
              <a:buNone/>
            </a:pPr>
            <a:r>
              <a:rPr lang="en" sz="1700">
                <a:solidFill>
                  <a:srgbClr val="FFFFFF"/>
                </a:solidFill>
                <a:latin typeface="Roboto"/>
                <a:ea typeface="Roboto"/>
                <a:cs typeface="Roboto"/>
                <a:sym typeface="Roboto"/>
              </a:rPr>
              <a:t>Simscape Electrical</a:t>
            </a:r>
            <a:endParaRPr b="0" i="0" sz="700" u="none" cap="none" strike="noStrike">
              <a:solidFill>
                <a:srgbClr val="000000"/>
              </a:solidFill>
              <a:latin typeface="Arial"/>
              <a:ea typeface="Arial"/>
              <a:cs typeface="Arial"/>
              <a:sym typeface="Arial"/>
            </a:endParaRPr>
          </a:p>
        </p:txBody>
      </p:sp>
      <p:sp>
        <p:nvSpPr>
          <p:cNvPr id="283" name="Google Shape;283;p26"/>
          <p:cNvSpPr txBox="1"/>
          <p:nvPr/>
        </p:nvSpPr>
        <p:spPr>
          <a:xfrm>
            <a:off x="2209731" y="1090917"/>
            <a:ext cx="2292000" cy="2616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1700"/>
              <a:buFont typeface="Arial"/>
              <a:buNone/>
            </a:pPr>
            <a:r>
              <a:rPr lang="en" sz="1700">
                <a:solidFill>
                  <a:srgbClr val="FFFFFF"/>
                </a:solidFill>
                <a:latin typeface="Roboto"/>
                <a:ea typeface="Roboto"/>
                <a:cs typeface="Roboto"/>
                <a:sym typeface="Roboto"/>
              </a:rPr>
              <a:t>MATLAB/Simulink</a:t>
            </a:r>
            <a:endParaRPr b="0" i="0" sz="700" u="none" cap="none" strike="noStrike">
              <a:solidFill>
                <a:srgbClr val="000000"/>
              </a:solidFill>
              <a:latin typeface="Arial"/>
              <a:ea typeface="Arial"/>
              <a:cs typeface="Arial"/>
              <a:sym typeface="Arial"/>
            </a:endParaRPr>
          </a:p>
        </p:txBody>
      </p:sp>
      <p:sp>
        <p:nvSpPr>
          <p:cNvPr id="284" name="Google Shape;284;p26"/>
          <p:cNvSpPr txBox="1"/>
          <p:nvPr/>
        </p:nvSpPr>
        <p:spPr>
          <a:xfrm>
            <a:off x="2209731" y="1352536"/>
            <a:ext cx="19767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lang="en" sz="1200">
                <a:solidFill>
                  <a:srgbClr val="FFFFFF"/>
                </a:solidFill>
                <a:latin typeface="Fira Sans"/>
                <a:ea typeface="Fira Sans"/>
                <a:cs typeface="Fira Sans"/>
                <a:sym typeface="Fira Sans"/>
              </a:rPr>
              <a:t>Model and Simulate DERs system to examine its behavior</a:t>
            </a:r>
            <a:endParaRPr b="0" i="0" sz="700" u="none" cap="none" strike="noStrike">
              <a:solidFill>
                <a:srgbClr val="000000"/>
              </a:solidFill>
              <a:latin typeface="Arial"/>
              <a:ea typeface="Arial"/>
              <a:cs typeface="Arial"/>
              <a:sym typeface="Arial"/>
            </a:endParaRPr>
          </a:p>
        </p:txBody>
      </p:sp>
      <p:sp>
        <p:nvSpPr>
          <p:cNvPr id="285" name="Google Shape;285;p26"/>
          <p:cNvSpPr txBox="1"/>
          <p:nvPr/>
        </p:nvSpPr>
        <p:spPr>
          <a:xfrm>
            <a:off x="2209731" y="2291939"/>
            <a:ext cx="1976700" cy="1000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200"/>
              <a:buFont typeface="Arial"/>
              <a:buNone/>
            </a:pPr>
            <a:r>
              <a:rPr lang="en" sz="1200">
                <a:solidFill>
                  <a:srgbClr val="FFFFFF"/>
                </a:solidFill>
                <a:latin typeface="Fira Sans"/>
                <a:ea typeface="Fira Sans"/>
                <a:cs typeface="Fira Sans"/>
                <a:sym typeface="Fira Sans"/>
              </a:rPr>
              <a:t>Provides component libraries for modeling and simulating electronic, mechatronic, and electrical power systems.</a:t>
            </a:r>
            <a:r>
              <a:rPr lang="en" sz="1200">
                <a:solidFill>
                  <a:schemeClr val="dk1"/>
                </a:solidFill>
                <a:latin typeface="Fira Sans"/>
                <a:ea typeface="Fira Sans"/>
                <a:cs typeface="Fira Sans"/>
                <a:sym typeface="Fira Sans"/>
              </a:rPr>
              <a:t> </a:t>
            </a:r>
            <a:endParaRPr i="0" sz="1200" u="none" cap="none" strike="noStrike">
              <a:solidFill>
                <a:srgbClr val="000000"/>
              </a:solidFill>
              <a:latin typeface="Fira Sans"/>
              <a:ea typeface="Fira Sans"/>
              <a:cs typeface="Fira Sans"/>
              <a:sym typeface="Fira Sans"/>
            </a:endParaRPr>
          </a:p>
        </p:txBody>
      </p:sp>
      <p:grpSp>
        <p:nvGrpSpPr>
          <p:cNvPr id="286" name="Google Shape;286;p26"/>
          <p:cNvGrpSpPr/>
          <p:nvPr/>
        </p:nvGrpSpPr>
        <p:grpSpPr>
          <a:xfrm>
            <a:off x="-1675794" y="1210251"/>
            <a:ext cx="2190171" cy="2190171"/>
            <a:chOff x="0" y="0"/>
            <a:chExt cx="812800" cy="812800"/>
          </a:xfrm>
        </p:grpSpPr>
        <p:sp>
          <p:nvSpPr>
            <p:cNvPr id="287" name="Google Shape;287;p26"/>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288" name="Google Shape;288;p26"/>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89" name="Google Shape;289;p26"/>
          <p:cNvGrpSpPr/>
          <p:nvPr/>
        </p:nvGrpSpPr>
        <p:grpSpPr>
          <a:xfrm>
            <a:off x="-473288" y="2345860"/>
            <a:ext cx="946587" cy="946587"/>
            <a:chOff x="0" y="0"/>
            <a:chExt cx="812800" cy="812800"/>
          </a:xfrm>
        </p:grpSpPr>
        <p:sp>
          <p:nvSpPr>
            <p:cNvPr id="290" name="Google Shape;290;p26"/>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A357"/>
              </a:solidFill>
              <a:prstDash val="solid"/>
              <a:miter lim="80"/>
              <a:headEnd len="sm" w="sm" type="none"/>
              <a:tailEnd len="sm" w="sm" type="none"/>
            </a:ln>
          </p:spPr>
        </p:sp>
        <p:sp>
          <p:nvSpPr>
            <p:cNvPr id="291" name="Google Shape;291;p26"/>
            <p:cNvSpPr txBox="1"/>
            <p:nvPr/>
          </p:nvSpPr>
          <p:spPr>
            <a:xfrm>
              <a:off x="88900" y="41275"/>
              <a:ext cx="635100" cy="682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292" name="Google Shape;292;p26"/>
          <p:cNvPicPr preferRelativeResize="0"/>
          <p:nvPr/>
        </p:nvPicPr>
        <p:blipFill rotWithShape="1">
          <a:blip r:embed="rId4">
            <a:alphaModFix/>
          </a:blip>
          <a:srcRect b="0" l="0" r="0" t="0"/>
          <a:stretch/>
        </p:blipFill>
        <p:spPr>
          <a:xfrm>
            <a:off x="5593648" y="4409407"/>
            <a:ext cx="464965" cy="439488"/>
          </a:xfrm>
          <a:prstGeom prst="rect">
            <a:avLst/>
          </a:prstGeom>
          <a:noFill/>
          <a:ln>
            <a:noFill/>
          </a:ln>
        </p:spPr>
      </p:pic>
      <p:pic>
        <p:nvPicPr>
          <p:cNvPr id="293" name="Google Shape;293;p26"/>
          <p:cNvPicPr preferRelativeResize="0"/>
          <p:nvPr/>
        </p:nvPicPr>
        <p:blipFill rotWithShape="1">
          <a:blip r:embed="rId5">
            <a:alphaModFix/>
          </a:blip>
          <a:srcRect b="0" l="0" r="0" t="0"/>
          <a:stretch/>
        </p:blipFill>
        <p:spPr>
          <a:xfrm>
            <a:off x="3683609" y="4480613"/>
            <a:ext cx="805727" cy="439488"/>
          </a:xfrm>
          <a:prstGeom prst="rect">
            <a:avLst/>
          </a:prstGeom>
          <a:noFill/>
          <a:ln>
            <a:noFill/>
          </a:ln>
        </p:spPr>
      </p:pic>
      <p:pic>
        <p:nvPicPr>
          <p:cNvPr id="294" name="Google Shape;294;p26"/>
          <p:cNvPicPr preferRelativeResize="0"/>
          <p:nvPr/>
        </p:nvPicPr>
        <p:blipFill rotWithShape="1">
          <a:blip r:embed="rId6">
            <a:alphaModFix/>
          </a:blip>
          <a:srcRect b="0" l="0" r="0" t="0"/>
          <a:stretch/>
        </p:blipFill>
        <p:spPr>
          <a:xfrm>
            <a:off x="1336402" y="2017805"/>
            <a:ext cx="602600" cy="605646"/>
          </a:xfrm>
          <a:prstGeom prst="rect">
            <a:avLst/>
          </a:prstGeom>
          <a:noFill/>
          <a:ln>
            <a:noFill/>
          </a:ln>
        </p:spPr>
      </p:pic>
      <p:pic>
        <p:nvPicPr>
          <p:cNvPr id="295" name="Google Shape;295;p26"/>
          <p:cNvPicPr preferRelativeResize="0"/>
          <p:nvPr/>
        </p:nvPicPr>
        <p:blipFill rotWithShape="1">
          <a:blip r:embed="rId7">
            <a:alphaModFix/>
          </a:blip>
          <a:srcRect b="0" l="0" r="0" t="0"/>
          <a:stretch/>
        </p:blipFill>
        <p:spPr>
          <a:xfrm>
            <a:off x="1383340" y="1154202"/>
            <a:ext cx="464975" cy="467266"/>
          </a:xfrm>
          <a:prstGeom prst="rect">
            <a:avLst/>
          </a:prstGeom>
          <a:noFill/>
          <a:ln>
            <a:noFill/>
          </a:ln>
        </p:spPr>
      </p:pic>
      <p:grpSp>
        <p:nvGrpSpPr>
          <p:cNvPr id="296" name="Google Shape;296;p26"/>
          <p:cNvGrpSpPr/>
          <p:nvPr/>
        </p:nvGrpSpPr>
        <p:grpSpPr>
          <a:xfrm>
            <a:off x="1262803" y="3330051"/>
            <a:ext cx="558836" cy="649253"/>
            <a:chOff x="0" y="-47625"/>
            <a:chExt cx="294372" cy="342000"/>
          </a:xfrm>
        </p:grpSpPr>
        <p:sp>
          <p:nvSpPr>
            <p:cNvPr id="297" name="Google Shape;297;p26"/>
            <p:cNvSpPr/>
            <p:nvPr/>
          </p:nvSpPr>
          <p:spPr>
            <a:xfrm>
              <a:off x="0" y="0"/>
              <a:ext cx="294372" cy="294372"/>
            </a:xfrm>
            <a:custGeom>
              <a:rect b="b" l="l" r="r" t="t"/>
              <a:pathLst>
                <a:path extrusionOk="0" h="294372" w="294372">
                  <a:moveTo>
                    <a:pt x="69267" y="0"/>
                  </a:moveTo>
                  <a:lnTo>
                    <a:pt x="225105" y="0"/>
                  </a:lnTo>
                  <a:cubicBezTo>
                    <a:pt x="243476" y="0"/>
                    <a:pt x="261094" y="7298"/>
                    <a:pt x="274084" y="20288"/>
                  </a:cubicBezTo>
                  <a:cubicBezTo>
                    <a:pt x="287074" y="33278"/>
                    <a:pt x="294372" y="50896"/>
                    <a:pt x="294372" y="69267"/>
                  </a:cubicBezTo>
                  <a:lnTo>
                    <a:pt x="294372" y="225105"/>
                  </a:lnTo>
                  <a:cubicBezTo>
                    <a:pt x="294372" y="263360"/>
                    <a:pt x="263360" y="294372"/>
                    <a:pt x="225105" y="294372"/>
                  </a:cubicBezTo>
                  <a:lnTo>
                    <a:pt x="69267" y="294372"/>
                  </a:lnTo>
                  <a:cubicBezTo>
                    <a:pt x="31012" y="294372"/>
                    <a:pt x="0" y="263360"/>
                    <a:pt x="0" y="225105"/>
                  </a:cubicBezTo>
                  <a:lnTo>
                    <a:pt x="0" y="69267"/>
                  </a:lnTo>
                  <a:cubicBezTo>
                    <a:pt x="0" y="31012"/>
                    <a:pt x="31012" y="0"/>
                    <a:pt x="69267"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98" name="Google Shape;298;p26"/>
            <p:cNvSpPr txBox="1"/>
            <p:nvPr/>
          </p:nvSpPr>
          <p:spPr>
            <a:xfrm>
              <a:off x="0" y="-47625"/>
              <a:ext cx="294300" cy="3420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99" name="Google Shape;299;p26"/>
          <p:cNvSpPr txBox="1"/>
          <p:nvPr/>
        </p:nvSpPr>
        <p:spPr>
          <a:xfrm>
            <a:off x="2136131" y="3420463"/>
            <a:ext cx="2292000" cy="2616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1700"/>
              <a:buFont typeface="Arial"/>
              <a:buNone/>
            </a:pPr>
            <a:r>
              <a:rPr lang="en" sz="1700">
                <a:solidFill>
                  <a:srgbClr val="FFFFFF"/>
                </a:solidFill>
                <a:latin typeface="Roboto"/>
                <a:ea typeface="Roboto"/>
                <a:cs typeface="Roboto"/>
                <a:sym typeface="Roboto"/>
              </a:rPr>
              <a:t>Control System Toolbox</a:t>
            </a:r>
            <a:endParaRPr b="0" i="0" sz="700" u="none" cap="none" strike="noStrike">
              <a:solidFill>
                <a:srgbClr val="000000"/>
              </a:solidFill>
              <a:latin typeface="Arial"/>
              <a:ea typeface="Arial"/>
              <a:cs typeface="Arial"/>
              <a:sym typeface="Arial"/>
            </a:endParaRPr>
          </a:p>
        </p:txBody>
      </p:sp>
      <p:sp>
        <p:nvSpPr>
          <p:cNvPr id="300" name="Google Shape;300;p26"/>
          <p:cNvSpPr txBox="1"/>
          <p:nvPr/>
        </p:nvSpPr>
        <p:spPr>
          <a:xfrm>
            <a:off x="2136131" y="3682064"/>
            <a:ext cx="1976700" cy="1000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200"/>
              <a:buFont typeface="Arial"/>
              <a:buNone/>
            </a:pPr>
            <a:r>
              <a:rPr lang="en" sz="1200">
                <a:solidFill>
                  <a:srgbClr val="FFFFFF"/>
                </a:solidFill>
                <a:latin typeface="Fira Sans"/>
                <a:ea typeface="Fira Sans"/>
                <a:cs typeface="Fira Sans"/>
                <a:sym typeface="Fira Sans"/>
              </a:rPr>
              <a:t>Provides algorithms and apps for systematically analyzing, designing, and tuning linear control systems</a:t>
            </a:r>
            <a:r>
              <a:rPr lang="en" sz="1200">
                <a:solidFill>
                  <a:schemeClr val="dk1"/>
                </a:solidFill>
                <a:latin typeface="Fira Sans"/>
                <a:ea typeface="Fira Sans"/>
                <a:cs typeface="Fira Sans"/>
                <a:sym typeface="Fira Sans"/>
              </a:rPr>
              <a:t> </a:t>
            </a:r>
            <a:endParaRPr i="0" sz="1200" u="none" cap="none" strike="noStrike">
              <a:solidFill>
                <a:srgbClr val="000000"/>
              </a:solidFill>
              <a:latin typeface="Fira Sans"/>
              <a:ea typeface="Fira Sans"/>
              <a:cs typeface="Fira Sans"/>
              <a:sym typeface="Fira Sans"/>
            </a:endParaRPr>
          </a:p>
        </p:txBody>
      </p:sp>
      <p:pic>
        <p:nvPicPr>
          <p:cNvPr id="301" name="Google Shape;301;p26"/>
          <p:cNvPicPr preferRelativeResize="0"/>
          <p:nvPr/>
        </p:nvPicPr>
        <p:blipFill rotWithShape="1">
          <a:blip r:embed="rId6">
            <a:alphaModFix/>
          </a:blip>
          <a:srcRect b="0" l="0" r="0" t="0"/>
          <a:stretch/>
        </p:blipFill>
        <p:spPr>
          <a:xfrm>
            <a:off x="1262802" y="3407930"/>
            <a:ext cx="602600" cy="605646"/>
          </a:xfrm>
          <a:prstGeom prst="rect">
            <a:avLst/>
          </a:prstGeom>
          <a:noFill/>
          <a:ln>
            <a:noFill/>
          </a:ln>
        </p:spPr>
      </p:pic>
      <p:pic>
        <p:nvPicPr>
          <p:cNvPr id="302" name="Google Shape;302;p26"/>
          <p:cNvPicPr preferRelativeResize="0"/>
          <p:nvPr/>
        </p:nvPicPr>
        <p:blipFill rotWithShape="1">
          <a:blip r:embed="rId8">
            <a:alphaModFix/>
          </a:blip>
          <a:srcRect b="9739" l="0" r="0" t="0"/>
          <a:stretch/>
        </p:blipFill>
        <p:spPr>
          <a:xfrm>
            <a:off x="5287625" y="705025"/>
            <a:ext cx="4022000" cy="3308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0280C"/>
        </a:solidFill>
      </p:bgPr>
    </p:bg>
    <p:spTree>
      <p:nvGrpSpPr>
        <p:cNvPr id="306" name="Shape 306"/>
        <p:cNvGrpSpPr/>
        <p:nvPr/>
      </p:nvGrpSpPr>
      <p:grpSpPr>
        <a:xfrm>
          <a:off x="0" y="0"/>
          <a:ext cx="0" cy="0"/>
          <a:chOff x="0" y="0"/>
          <a:chExt cx="0" cy="0"/>
        </a:xfrm>
      </p:grpSpPr>
      <p:grpSp>
        <p:nvGrpSpPr>
          <p:cNvPr id="307" name="Google Shape;307;p27"/>
          <p:cNvGrpSpPr/>
          <p:nvPr/>
        </p:nvGrpSpPr>
        <p:grpSpPr>
          <a:xfrm>
            <a:off x="1340140" y="1125539"/>
            <a:ext cx="618102" cy="708513"/>
            <a:chOff x="0" y="-47625"/>
            <a:chExt cx="325591" cy="373216"/>
          </a:xfrm>
        </p:grpSpPr>
        <p:sp>
          <p:nvSpPr>
            <p:cNvPr id="308" name="Google Shape;308;p27"/>
            <p:cNvSpPr/>
            <p:nvPr/>
          </p:nvSpPr>
          <p:spPr>
            <a:xfrm>
              <a:off x="0" y="0"/>
              <a:ext cx="325591" cy="325591"/>
            </a:xfrm>
            <a:custGeom>
              <a:rect b="b" l="l" r="r" t="t"/>
              <a:pathLst>
                <a:path extrusionOk="0" h="325591" w="325591">
                  <a:moveTo>
                    <a:pt x="62625" y="0"/>
                  </a:moveTo>
                  <a:lnTo>
                    <a:pt x="262966" y="0"/>
                  </a:lnTo>
                  <a:cubicBezTo>
                    <a:pt x="279575" y="0"/>
                    <a:pt x="295504" y="6598"/>
                    <a:pt x="307248" y="18343"/>
                  </a:cubicBezTo>
                  <a:cubicBezTo>
                    <a:pt x="318993" y="30087"/>
                    <a:pt x="325591" y="46016"/>
                    <a:pt x="325591" y="62625"/>
                  </a:cubicBezTo>
                  <a:lnTo>
                    <a:pt x="325591" y="262966"/>
                  </a:lnTo>
                  <a:cubicBezTo>
                    <a:pt x="325591" y="279575"/>
                    <a:pt x="318993" y="295504"/>
                    <a:pt x="307248" y="307248"/>
                  </a:cubicBezTo>
                  <a:cubicBezTo>
                    <a:pt x="295504" y="318993"/>
                    <a:pt x="279575" y="325591"/>
                    <a:pt x="262966" y="325591"/>
                  </a:cubicBezTo>
                  <a:lnTo>
                    <a:pt x="62625" y="325591"/>
                  </a:lnTo>
                  <a:cubicBezTo>
                    <a:pt x="46016" y="325591"/>
                    <a:pt x="30087" y="318993"/>
                    <a:pt x="18343" y="307248"/>
                  </a:cubicBezTo>
                  <a:cubicBezTo>
                    <a:pt x="6598" y="295504"/>
                    <a:pt x="0" y="279575"/>
                    <a:pt x="0" y="262966"/>
                  </a:cubicBezTo>
                  <a:lnTo>
                    <a:pt x="0" y="62625"/>
                  </a:lnTo>
                  <a:cubicBezTo>
                    <a:pt x="0" y="46016"/>
                    <a:pt x="6598" y="30087"/>
                    <a:pt x="18343" y="18343"/>
                  </a:cubicBezTo>
                  <a:cubicBezTo>
                    <a:pt x="30087" y="6598"/>
                    <a:pt x="46016" y="0"/>
                    <a:pt x="62625"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09" name="Google Shape;309;p27"/>
            <p:cNvSpPr txBox="1"/>
            <p:nvPr/>
          </p:nvSpPr>
          <p:spPr>
            <a:xfrm>
              <a:off x="0" y="-47625"/>
              <a:ext cx="325591" cy="373216"/>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10" name="Google Shape;310;p27"/>
          <p:cNvGrpSpPr/>
          <p:nvPr/>
        </p:nvGrpSpPr>
        <p:grpSpPr>
          <a:xfrm>
            <a:off x="2184155" y="1991104"/>
            <a:ext cx="5621844" cy="708483"/>
            <a:chOff x="0" y="-85"/>
            <a:chExt cx="2961359" cy="373200"/>
          </a:xfrm>
        </p:grpSpPr>
        <p:sp>
          <p:nvSpPr>
            <p:cNvPr id="311" name="Google Shape;311;p27"/>
            <p:cNvSpPr/>
            <p:nvPr/>
          </p:nvSpPr>
          <p:spPr>
            <a:xfrm>
              <a:off x="0" y="0"/>
              <a:ext cx="2961359" cy="325591"/>
            </a:xfrm>
            <a:custGeom>
              <a:rect b="b" l="l" r="r" t="t"/>
              <a:pathLst>
                <a:path extrusionOk="0" h="325591" w="2961359">
                  <a:moveTo>
                    <a:pt x="6885" y="0"/>
                  </a:moveTo>
                  <a:lnTo>
                    <a:pt x="2954473" y="0"/>
                  </a:lnTo>
                  <a:cubicBezTo>
                    <a:pt x="2958276" y="0"/>
                    <a:pt x="2961359" y="3083"/>
                    <a:pt x="2961359" y="6885"/>
                  </a:cubicBezTo>
                  <a:lnTo>
                    <a:pt x="2961359" y="318705"/>
                  </a:lnTo>
                  <a:cubicBezTo>
                    <a:pt x="2961359" y="322508"/>
                    <a:pt x="2958276" y="325591"/>
                    <a:pt x="2954473" y="325591"/>
                  </a:cubicBezTo>
                  <a:lnTo>
                    <a:pt x="6885" y="325591"/>
                  </a:lnTo>
                  <a:cubicBezTo>
                    <a:pt x="3083" y="325591"/>
                    <a:pt x="0" y="322508"/>
                    <a:pt x="0" y="318705"/>
                  </a:cubicBezTo>
                  <a:lnTo>
                    <a:pt x="0" y="6885"/>
                  </a:lnTo>
                  <a:cubicBezTo>
                    <a:pt x="0" y="3083"/>
                    <a:pt x="3083" y="0"/>
                    <a:pt x="6885"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12" name="Google Shape;312;p27"/>
            <p:cNvSpPr txBox="1"/>
            <p:nvPr/>
          </p:nvSpPr>
          <p:spPr>
            <a:xfrm>
              <a:off x="0" y="-85"/>
              <a:ext cx="2961300" cy="3732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13" name="Google Shape;313;p27"/>
          <p:cNvGrpSpPr/>
          <p:nvPr/>
        </p:nvGrpSpPr>
        <p:grpSpPr>
          <a:xfrm>
            <a:off x="2164005" y="1125539"/>
            <a:ext cx="5621844" cy="708513"/>
            <a:chOff x="0" y="-47625"/>
            <a:chExt cx="2961359" cy="373216"/>
          </a:xfrm>
        </p:grpSpPr>
        <p:sp>
          <p:nvSpPr>
            <p:cNvPr id="314" name="Google Shape;314;p27"/>
            <p:cNvSpPr/>
            <p:nvPr/>
          </p:nvSpPr>
          <p:spPr>
            <a:xfrm>
              <a:off x="0" y="0"/>
              <a:ext cx="2961359" cy="325591"/>
            </a:xfrm>
            <a:custGeom>
              <a:rect b="b" l="l" r="r" t="t"/>
              <a:pathLst>
                <a:path extrusionOk="0" h="325591" w="2961359">
                  <a:moveTo>
                    <a:pt x="6885" y="0"/>
                  </a:moveTo>
                  <a:lnTo>
                    <a:pt x="2954473" y="0"/>
                  </a:lnTo>
                  <a:cubicBezTo>
                    <a:pt x="2958276" y="0"/>
                    <a:pt x="2961359" y="3083"/>
                    <a:pt x="2961359" y="6885"/>
                  </a:cubicBezTo>
                  <a:lnTo>
                    <a:pt x="2961359" y="318705"/>
                  </a:lnTo>
                  <a:cubicBezTo>
                    <a:pt x="2961359" y="322508"/>
                    <a:pt x="2958276" y="325591"/>
                    <a:pt x="2954473" y="325591"/>
                  </a:cubicBezTo>
                  <a:lnTo>
                    <a:pt x="6885" y="325591"/>
                  </a:lnTo>
                  <a:cubicBezTo>
                    <a:pt x="3083" y="325591"/>
                    <a:pt x="0" y="322508"/>
                    <a:pt x="0" y="318705"/>
                  </a:cubicBezTo>
                  <a:lnTo>
                    <a:pt x="0" y="6885"/>
                  </a:lnTo>
                  <a:cubicBezTo>
                    <a:pt x="0" y="3083"/>
                    <a:pt x="3083" y="0"/>
                    <a:pt x="6885"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15" name="Google Shape;315;p27"/>
            <p:cNvSpPr txBox="1"/>
            <p:nvPr/>
          </p:nvSpPr>
          <p:spPr>
            <a:xfrm>
              <a:off x="0" y="-47625"/>
              <a:ext cx="2961359" cy="373216"/>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16" name="Google Shape;316;p27"/>
          <p:cNvGrpSpPr/>
          <p:nvPr/>
        </p:nvGrpSpPr>
        <p:grpSpPr>
          <a:xfrm>
            <a:off x="1360290" y="1900854"/>
            <a:ext cx="618102" cy="708513"/>
            <a:chOff x="0" y="-47625"/>
            <a:chExt cx="325591" cy="373216"/>
          </a:xfrm>
        </p:grpSpPr>
        <p:sp>
          <p:nvSpPr>
            <p:cNvPr id="317" name="Google Shape;317;p27"/>
            <p:cNvSpPr/>
            <p:nvPr/>
          </p:nvSpPr>
          <p:spPr>
            <a:xfrm>
              <a:off x="0" y="0"/>
              <a:ext cx="325591" cy="325591"/>
            </a:xfrm>
            <a:custGeom>
              <a:rect b="b" l="l" r="r" t="t"/>
              <a:pathLst>
                <a:path extrusionOk="0" h="325591" w="325591">
                  <a:moveTo>
                    <a:pt x="62625" y="0"/>
                  </a:moveTo>
                  <a:lnTo>
                    <a:pt x="262966" y="0"/>
                  </a:lnTo>
                  <a:cubicBezTo>
                    <a:pt x="279575" y="0"/>
                    <a:pt x="295504" y="6598"/>
                    <a:pt x="307248" y="18343"/>
                  </a:cubicBezTo>
                  <a:cubicBezTo>
                    <a:pt x="318993" y="30087"/>
                    <a:pt x="325591" y="46016"/>
                    <a:pt x="325591" y="62625"/>
                  </a:cubicBezTo>
                  <a:lnTo>
                    <a:pt x="325591" y="262966"/>
                  </a:lnTo>
                  <a:cubicBezTo>
                    <a:pt x="325591" y="279575"/>
                    <a:pt x="318993" y="295504"/>
                    <a:pt x="307248" y="307248"/>
                  </a:cubicBezTo>
                  <a:cubicBezTo>
                    <a:pt x="295504" y="318993"/>
                    <a:pt x="279575" y="325591"/>
                    <a:pt x="262966" y="325591"/>
                  </a:cubicBezTo>
                  <a:lnTo>
                    <a:pt x="62625" y="325591"/>
                  </a:lnTo>
                  <a:cubicBezTo>
                    <a:pt x="46016" y="325591"/>
                    <a:pt x="30087" y="318993"/>
                    <a:pt x="18343" y="307248"/>
                  </a:cubicBezTo>
                  <a:cubicBezTo>
                    <a:pt x="6598" y="295504"/>
                    <a:pt x="0" y="279575"/>
                    <a:pt x="0" y="262966"/>
                  </a:cubicBezTo>
                  <a:lnTo>
                    <a:pt x="0" y="62625"/>
                  </a:lnTo>
                  <a:cubicBezTo>
                    <a:pt x="0" y="46016"/>
                    <a:pt x="6598" y="30087"/>
                    <a:pt x="18343" y="18343"/>
                  </a:cubicBezTo>
                  <a:cubicBezTo>
                    <a:pt x="30087" y="6598"/>
                    <a:pt x="46016" y="0"/>
                    <a:pt x="62625"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18" name="Google Shape;318;p27"/>
            <p:cNvSpPr txBox="1"/>
            <p:nvPr/>
          </p:nvSpPr>
          <p:spPr>
            <a:xfrm>
              <a:off x="0" y="-47625"/>
              <a:ext cx="325591" cy="373216"/>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19" name="Google Shape;319;p27"/>
          <p:cNvGrpSpPr/>
          <p:nvPr/>
        </p:nvGrpSpPr>
        <p:grpSpPr>
          <a:xfrm>
            <a:off x="-1269716" y="671439"/>
            <a:ext cx="1816104" cy="1816104"/>
            <a:chOff x="0" y="0"/>
            <a:chExt cx="812800" cy="812800"/>
          </a:xfrm>
        </p:grpSpPr>
        <p:sp>
          <p:nvSpPr>
            <p:cNvPr id="320" name="Google Shape;320;p27"/>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321" name="Google Shape;321;p27"/>
            <p:cNvSpPr txBox="1"/>
            <p:nvPr/>
          </p:nvSpPr>
          <p:spPr>
            <a:xfrm>
              <a:off x="152400" y="104775"/>
              <a:ext cx="508000" cy="555625"/>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22" name="Google Shape;322;p27"/>
          <p:cNvSpPr txBox="1"/>
          <p:nvPr/>
        </p:nvSpPr>
        <p:spPr>
          <a:xfrm>
            <a:off x="375875" y="55915"/>
            <a:ext cx="8253900" cy="6927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Clr>
                <a:srgbClr val="000000"/>
              </a:buClr>
              <a:buSzPts val="4500"/>
              <a:buFont typeface="Arial"/>
              <a:buNone/>
            </a:pPr>
            <a:r>
              <a:rPr lang="en" sz="4500">
                <a:solidFill>
                  <a:srgbClr val="FFFFFF"/>
                </a:solidFill>
                <a:latin typeface="Play"/>
                <a:ea typeface="Play"/>
                <a:cs typeface="Play"/>
                <a:sym typeface="Play"/>
              </a:rPr>
              <a:t>Progress</a:t>
            </a:r>
            <a:endParaRPr b="0" i="0" sz="700" u="none" cap="none" strike="noStrike">
              <a:solidFill>
                <a:srgbClr val="000000"/>
              </a:solidFill>
              <a:latin typeface="Arial"/>
              <a:ea typeface="Arial"/>
              <a:cs typeface="Arial"/>
              <a:sym typeface="Arial"/>
            </a:endParaRPr>
          </a:p>
        </p:txBody>
      </p:sp>
      <p:grpSp>
        <p:nvGrpSpPr>
          <p:cNvPr id="323" name="Google Shape;323;p27"/>
          <p:cNvGrpSpPr/>
          <p:nvPr/>
        </p:nvGrpSpPr>
        <p:grpSpPr>
          <a:xfrm>
            <a:off x="8669281" y="1569886"/>
            <a:ext cx="1156843" cy="1156843"/>
            <a:chOff x="0" y="0"/>
            <a:chExt cx="812800" cy="812800"/>
          </a:xfrm>
        </p:grpSpPr>
        <p:sp>
          <p:nvSpPr>
            <p:cNvPr id="324" name="Google Shape;324;p27"/>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325" name="Google Shape;325;p27"/>
            <p:cNvSpPr txBox="1"/>
            <p:nvPr/>
          </p:nvSpPr>
          <p:spPr>
            <a:xfrm>
              <a:off x="152400" y="104775"/>
              <a:ext cx="508000" cy="555625"/>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26" name="Google Shape;326;p27"/>
          <p:cNvGrpSpPr/>
          <p:nvPr/>
        </p:nvGrpSpPr>
        <p:grpSpPr>
          <a:xfrm>
            <a:off x="181836" y="794570"/>
            <a:ext cx="665027" cy="665027"/>
            <a:chOff x="0" y="0"/>
            <a:chExt cx="812800" cy="812800"/>
          </a:xfrm>
        </p:grpSpPr>
        <p:sp>
          <p:nvSpPr>
            <p:cNvPr id="327" name="Google Shape;327;p27"/>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A357"/>
              </a:solidFill>
              <a:prstDash val="solid"/>
              <a:miter lim="80"/>
              <a:headEnd len="sm" w="sm" type="none"/>
              <a:tailEnd len="sm" w="sm" type="none"/>
            </a:ln>
          </p:spPr>
        </p:sp>
        <p:sp>
          <p:nvSpPr>
            <p:cNvPr id="328" name="Google Shape;328;p27"/>
            <p:cNvSpPr txBox="1"/>
            <p:nvPr/>
          </p:nvSpPr>
          <p:spPr>
            <a:xfrm>
              <a:off x="88900" y="41275"/>
              <a:ext cx="635000" cy="682625"/>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29" name="Google Shape;329;p27"/>
          <p:cNvSpPr txBox="1"/>
          <p:nvPr/>
        </p:nvSpPr>
        <p:spPr>
          <a:xfrm>
            <a:off x="2240238" y="1298044"/>
            <a:ext cx="54549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1200"/>
              <a:buFont typeface="Arial"/>
              <a:buNone/>
            </a:pPr>
            <a:r>
              <a:rPr lang="en" sz="1000">
                <a:latin typeface="Sarabun"/>
                <a:ea typeface="Sarabun"/>
                <a:cs typeface="Sarabun"/>
                <a:sym typeface="Sarabun"/>
              </a:rPr>
              <a:t>This paper introduce SVPP and tune their J and D parameters toward a target frequency response. Frequency nadir, and average RoCoF are important indicator </a:t>
            </a:r>
            <a:endParaRPr i="0" sz="1000" u="none" cap="none" strike="noStrike">
              <a:solidFill>
                <a:srgbClr val="000000"/>
              </a:solidFill>
              <a:latin typeface="Sarabun"/>
              <a:ea typeface="Sarabun"/>
              <a:cs typeface="Sarabun"/>
              <a:sym typeface="Sarabun"/>
            </a:endParaRPr>
          </a:p>
        </p:txBody>
      </p:sp>
      <p:sp>
        <p:nvSpPr>
          <p:cNvPr id="330" name="Google Shape;330;p27"/>
          <p:cNvSpPr txBox="1"/>
          <p:nvPr/>
        </p:nvSpPr>
        <p:spPr>
          <a:xfrm>
            <a:off x="2314875" y="2073537"/>
            <a:ext cx="53604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1200"/>
              <a:buFont typeface="Arial"/>
              <a:buNone/>
            </a:pPr>
            <a:r>
              <a:rPr lang="en" sz="1000">
                <a:latin typeface="Sarabun"/>
                <a:ea typeface="Sarabun"/>
                <a:cs typeface="Sarabun"/>
                <a:sym typeface="Sarabun"/>
              </a:rPr>
              <a:t>This paper gives a broad survey of both the challenges a low-inertia system face and review of current solutions  </a:t>
            </a:r>
            <a:endParaRPr b="0" i="0" sz="1000" u="none" cap="none" strike="noStrike">
              <a:solidFill>
                <a:srgbClr val="000000"/>
              </a:solidFill>
              <a:latin typeface="Arial"/>
              <a:ea typeface="Arial"/>
              <a:cs typeface="Arial"/>
              <a:sym typeface="Arial"/>
            </a:endParaRPr>
          </a:p>
        </p:txBody>
      </p:sp>
      <p:sp>
        <p:nvSpPr>
          <p:cNvPr id="331" name="Google Shape;331;p27"/>
          <p:cNvSpPr txBox="1"/>
          <p:nvPr/>
        </p:nvSpPr>
        <p:spPr>
          <a:xfrm>
            <a:off x="1542241" y="1229732"/>
            <a:ext cx="2139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n" sz="3000" u="none" cap="none" strike="noStrike">
                <a:solidFill>
                  <a:srgbClr val="000000"/>
                </a:solidFill>
                <a:latin typeface="Roboto"/>
                <a:ea typeface="Roboto"/>
                <a:cs typeface="Roboto"/>
                <a:sym typeface="Roboto"/>
              </a:rPr>
              <a:t>1</a:t>
            </a:r>
            <a:endParaRPr b="0" i="0" sz="700" u="none" cap="none" strike="noStrike">
              <a:solidFill>
                <a:srgbClr val="000000"/>
              </a:solidFill>
              <a:latin typeface="Arial"/>
              <a:ea typeface="Arial"/>
              <a:cs typeface="Arial"/>
              <a:sym typeface="Arial"/>
            </a:endParaRPr>
          </a:p>
        </p:txBody>
      </p:sp>
      <p:sp>
        <p:nvSpPr>
          <p:cNvPr id="332" name="Google Shape;332;p27"/>
          <p:cNvSpPr txBox="1"/>
          <p:nvPr/>
        </p:nvSpPr>
        <p:spPr>
          <a:xfrm>
            <a:off x="1562391" y="2005047"/>
            <a:ext cx="2139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lang="en" sz="3000">
                <a:latin typeface="Roboto"/>
                <a:ea typeface="Roboto"/>
                <a:cs typeface="Roboto"/>
                <a:sym typeface="Roboto"/>
              </a:rPr>
              <a:t>2</a:t>
            </a:r>
            <a:endParaRPr b="0" i="0" sz="700" u="none" cap="none" strike="noStrike">
              <a:solidFill>
                <a:srgbClr val="000000"/>
              </a:solidFill>
              <a:latin typeface="Arial"/>
              <a:ea typeface="Arial"/>
              <a:cs typeface="Arial"/>
              <a:sym typeface="Arial"/>
            </a:endParaRPr>
          </a:p>
        </p:txBody>
      </p:sp>
      <p:pic>
        <p:nvPicPr>
          <p:cNvPr id="333" name="Google Shape;333;p27"/>
          <p:cNvPicPr preferRelativeResize="0"/>
          <p:nvPr/>
        </p:nvPicPr>
        <p:blipFill rotWithShape="1">
          <a:blip r:embed="rId3">
            <a:alphaModFix/>
          </a:blip>
          <a:srcRect b="0" l="0" r="0" t="0"/>
          <a:stretch/>
        </p:blipFill>
        <p:spPr>
          <a:xfrm>
            <a:off x="8866060" y="2371189"/>
            <a:ext cx="599416" cy="564363"/>
          </a:xfrm>
          <a:prstGeom prst="rect">
            <a:avLst/>
          </a:prstGeom>
          <a:noFill/>
          <a:ln>
            <a:noFill/>
          </a:ln>
        </p:spPr>
      </p:pic>
      <p:pic>
        <p:nvPicPr>
          <p:cNvPr id="334" name="Google Shape;334;p27"/>
          <p:cNvPicPr preferRelativeResize="0"/>
          <p:nvPr/>
        </p:nvPicPr>
        <p:blipFill rotWithShape="1">
          <a:blip r:embed="rId3">
            <a:alphaModFix/>
          </a:blip>
          <a:srcRect b="0" l="0" r="0" t="0"/>
          <a:stretch/>
        </p:blipFill>
        <p:spPr>
          <a:xfrm>
            <a:off x="214648" y="1297314"/>
            <a:ext cx="599416" cy="564363"/>
          </a:xfrm>
          <a:prstGeom prst="rect">
            <a:avLst/>
          </a:prstGeom>
          <a:noFill/>
          <a:ln>
            <a:noFill/>
          </a:ln>
        </p:spPr>
      </p:pic>
      <p:pic>
        <p:nvPicPr>
          <p:cNvPr id="335" name="Google Shape;335;p27"/>
          <p:cNvPicPr preferRelativeResize="0"/>
          <p:nvPr/>
        </p:nvPicPr>
        <p:blipFill rotWithShape="1">
          <a:blip r:embed="rId4">
            <a:alphaModFix/>
          </a:blip>
          <a:srcRect b="0" l="0" r="0" t="0"/>
          <a:stretch/>
        </p:blipFill>
        <p:spPr>
          <a:xfrm>
            <a:off x="375875" y="4422764"/>
            <a:ext cx="572850" cy="310799"/>
          </a:xfrm>
          <a:prstGeom prst="rect">
            <a:avLst/>
          </a:prstGeom>
          <a:noFill/>
          <a:ln>
            <a:noFill/>
          </a:ln>
        </p:spPr>
      </p:pic>
      <p:pic>
        <p:nvPicPr>
          <p:cNvPr id="336" name="Google Shape;336;p27"/>
          <p:cNvPicPr preferRelativeResize="0"/>
          <p:nvPr/>
        </p:nvPicPr>
        <p:blipFill rotWithShape="1">
          <a:blip r:embed="rId5">
            <a:alphaModFix/>
          </a:blip>
          <a:srcRect b="0" l="0" r="0" t="0"/>
          <a:stretch/>
        </p:blipFill>
        <p:spPr>
          <a:xfrm>
            <a:off x="8299276" y="794578"/>
            <a:ext cx="675300" cy="1237516"/>
          </a:xfrm>
          <a:prstGeom prst="rect">
            <a:avLst/>
          </a:prstGeom>
          <a:noFill/>
          <a:ln>
            <a:noFill/>
          </a:ln>
        </p:spPr>
      </p:pic>
      <p:grpSp>
        <p:nvGrpSpPr>
          <p:cNvPr id="337" name="Google Shape;337;p27"/>
          <p:cNvGrpSpPr/>
          <p:nvPr/>
        </p:nvGrpSpPr>
        <p:grpSpPr>
          <a:xfrm>
            <a:off x="2184155" y="2586140"/>
            <a:ext cx="5621844" cy="866926"/>
            <a:chOff x="0" y="-131070"/>
            <a:chExt cx="2961359" cy="456661"/>
          </a:xfrm>
        </p:grpSpPr>
        <p:sp>
          <p:nvSpPr>
            <p:cNvPr id="338" name="Google Shape;338;p27"/>
            <p:cNvSpPr/>
            <p:nvPr/>
          </p:nvSpPr>
          <p:spPr>
            <a:xfrm>
              <a:off x="0" y="0"/>
              <a:ext cx="2961359" cy="325591"/>
            </a:xfrm>
            <a:custGeom>
              <a:rect b="b" l="l" r="r" t="t"/>
              <a:pathLst>
                <a:path extrusionOk="0" h="325591" w="2961359">
                  <a:moveTo>
                    <a:pt x="6885" y="0"/>
                  </a:moveTo>
                  <a:lnTo>
                    <a:pt x="2954473" y="0"/>
                  </a:lnTo>
                  <a:cubicBezTo>
                    <a:pt x="2958276" y="0"/>
                    <a:pt x="2961359" y="3083"/>
                    <a:pt x="2961359" y="6885"/>
                  </a:cubicBezTo>
                  <a:lnTo>
                    <a:pt x="2961359" y="318705"/>
                  </a:lnTo>
                  <a:cubicBezTo>
                    <a:pt x="2961359" y="322508"/>
                    <a:pt x="2958276" y="325591"/>
                    <a:pt x="2954473" y="325591"/>
                  </a:cubicBezTo>
                  <a:lnTo>
                    <a:pt x="6885" y="325591"/>
                  </a:lnTo>
                  <a:cubicBezTo>
                    <a:pt x="3083" y="325591"/>
                    <a:pt x="0" y="322508"/>
                    <a:pt x="0" y="318705"/>
                  </a:cubicBezTo>
                  <a:lnTo>
                    <a:pt x="0" y="6885"/>
                  </a:lnTo>
                  <a:cubicBezTo>
                    <a:pt x="0" y="3083"/>
                    <a:pt x="3083" y="0"/>
                    <a:pt x="6885"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39" name="Google Shape;339;p27"/>
            <p:cNvSpPr txBox="1"/>
            <p:nvPr/>
          </p:nvSpPr>
          <p:spPr>
            <a:xfrm>
              <a:off x="26" y="-131070"/>
              <a:ext cx="2961300" cy="3732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40" name="Google Shape;340;p27"/>
          <p:cNvGrpSpPr/>
          <p:nvPr/>
        </p:nvGrpSpPr>
        <p:grpSpPr>
          <a:xfrm>
            <a:off x="2175193" y="3556579"/>
            <a:ext cx="5621844" cy="708513"/>
            <a:chOff x="0" y="-47625"/>
            <a:chExt cx="2961359" cy="373216"/>
          </a:xfrm>
        </p:grpSpPr>
        <p:sp>
          <p:nvSpPr>
            <p:cNvPr id="341" name="Google Shape;341;p27"/>
            <p:cNvSpPr/>
            <p:nvPr/>
          </p:nvSpPr>
          <p:spPr>
            <a:xfrm>
              <a:off x="0" y="0"/>
              <a:ext cx="2961359" cy="325591"/>
            </a:xfrm>
            <a:custGeom>
              <a:rect b="b" l="l" r="r" t="t"/>
              <a:pathLst>
                <a:path extrusionOk="0" h="325591" w="2961359">
                  <a:moveTo>
                    <a:pt x="6885" y="0"/>
                  </a:moveTo>
                  <a:lnTo>
                    <a:pt x="2954473" y="0"/>
                  </a:lnTo>
                  <a:cubicBezTo>
                    <a:pt x="2958276" y="0"/>
                    <a:pt x="2961359" y="3083"/>
                    <a:pt x="2961359" y="6885"/>
                  </a:cubicBezTo>
                  <a:lnTo>
                    <a:pt x="2961359" y="318705"/>
                  </a:lnTo>
                  <a:cubicBezTo>
                    <a:pt x="2961359" y="322508"/>
                    <a:pt x="2958276" y="325591"/>
                    <a:pt x="2954473" y="325591"/>
                  </a:cubicBezTo>
                  <a:lnTo>
                    <a:pt x="6885" y="325591"/>
                  </a:lnTo>
                  <a:cubicBezTo>
                    <a:pt x="3083" y="325591"/>
                    <a:pt x="0" y="322508"/>
                    <a:pt x="0" y="318705"/>
                  </a:cubicBezTo>
                  <a:lnTo>
                    <a:pt x="0" y="6885"/>
                  </a:lnTo>
                  <a:cubicBezTo>
                    <a:pt x="0" y="3083"/>
                    <a:pt x="3083" y="0"/>
                    <a:pt x="6885"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42" name="Google Shape;342;p27"/>
            <p:cNvSpPr txBox="1"/>
            <p:nvPr/>
          </p:nvSpPr>
          <p:spPr>
            <a:xfrm>
              <a:off x="0" y="-47625"/>
              <a:ext cx="2961300" cy="3732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43" name="Google Shape;343;p27"/>
          <p:cNvGrpSpPr/>
          <p:nvPr/>
        </p:nvGrpSpPr>
        <p:grpSpPr>
          <a:xfrm>
            <a:off x="1360290" y="2728715"/>
            <a:ext cx="618102" cy="708513"/>
            <a:chOff x="0" y="-47625"/>
            <a:chExt cx="325591" cy="373216"/>
          </a:xfrm>
        </p:grpSpPr>
        <p:sp>
          <p:nvSpPr>
            <p:cNvPr id="344" name="Google Shape;344;p27"/>
            <p:cNvSpPr/>
            <p:nvPr/>
          </p:nvSpPr>
          <p:spPr>
            <a:xfrm>
              <a:off x="0" y="0"/>
              <a:ext cx="325591" cy="325591"/>
            </a:xfrm>
            <a:custGeom>
              <a:rect b="b" l="l" r="r" t="t"/>
              <a:pathLst>
                <a:path extrusionOk="0" h="325591" w="325591">
                  <a:moveTo>
                    <a:pt x="62625" y="0"/>
                  </a:moveTo>
                  <a:lnTo>
                    <a:pt x="262966" y="0"/>
                  </a:lnTo>
                  <a:cubicBezTo>
                    <a:pt x="279575" y="0"/>
                    <a:pt x="295504" y="6598"/>
                    <a:pt x="307248" y="18343"/>
                  </a:cubicBezTo>
                  <a:cubicBezTo>
                    <a:pt x="318993" y="30087"/>
                    <a:pt x="325591" y="46016"/>
                    <a:pt x="325591" y="62625"/>
                  </a:cubicBezTo>
                  <a:lnTo>
                    <a:pt x="325591" y="262966"/>
                  </a:lnTo>
                  <a:cubicBezTo>
                    <a:pt x="325591" y="279575"/>
                    <a:pt x="318993" y="295504"/>
                    <a:pt x="307248" y="307248"/>
                  </a:cubicBezTo>
                  <a:cubicBezTo>
                    <a:pt x="295504" y="318993"/>
                    <a:pt x="279575" y="325591"/>
                    <a:pt x="262966" y="325591"/>
                  </a:cubicBezTo>
                  <a:lnTo>
                    <a:pt x="62625" y="325591"/>
                  </a:lnTo>
                  <a:cubicBezTo>
                    <a:pt x="46016" y="325591"/>
                    <a:pt x="30087" y="318993"/>
                    <a:pt x="18343" y="307248"/>
                  </a:cubicBezTo>
                  <a:cubicBezTo>
                    <a:pt x="6598" y="295504"/>
                    <a:pt x="0" y="279575"/>
                    <a:pt x="0" y="262966"/>
                  </a:cubicBezTo>
                  <a:lnTo>
                    <a:pt x="0" y="62625"/>
                  </a:lnTo>
                  <a:cubicBezTo>
                    <a:pt x="0" y="46016"/>
                    <a:pt x="6598" y="30087"/>
                    <a:pt x="18343" y="18343"/>
                  </a:cubicBezTo>
                  <a:cubicBezTo>
                    <a:pt x="30087" y="6598"/>
                    <a:pt x="46016" y="0"/>
                    <a:pt x="62625"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45" name="Google Shape;345;p27"/>
            <p:cNvSpPr txBox="1"/>
            <p:nvPr/>
          </p:nvSpPr>
          <p:spPr>
            <a:xfrm>
              <a:off x="0" y="-47625"/>
              <a:ext cx="325500" cy="3732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46" name="Google Shape;346;p27"/>
          <p:cNvGrpSpPr/>
          <p:nvPr/>
        </p:nvGrpSpPr>
        <p:grpSpPr>
          <a:xfrm>
            <a:off x="1360290" y="3556579"/>
            <a:ext cx="618102" cy="708513"/>
            <a:chOff x="0" y="-47625"/>
            <a:chExt cx="325591" cy="373216"/>
          </a:xfrm>
        </p:grpSpPr>
        <p:sp>
          <p:nvSpPr>
            <p:cNvPr id="347" name="Google Shape;347;p27"/>
            <p:cNvSpPr/>
            <p:nvPr/>
          </p:nvSpPr>
          <p:spPr>
            <a:xfrm>
              <a:off x="0" y="0"/>
              <a:ext cx="325591" cy="325591"/>
            </a:xfrm>
            <a:custGeom>
              <a:rect b="b" l="l" r="r" t="t"/>
              <a:pathLst>
                <a:path extrusionOk="0" h="325591" w="325591">
                  <a:moveTo>
                    <a:pt x="62625" y="0"/>
                  </a:moveTo>
                  <a:lnTo>
                    <a:pt x="262966" y="0"/>
                  </a:lnTo>
                  <a:cubicBezTo>
                    <a:pt x="279575" y="0"/>
                    <a:pt x="295504" y="6598"/>
                    <a:pt x="307248" y="18343"/>
                  </a:cubicBezTo>
                  <a:cubicBezTo>
                    <a:pt x="318993" y="30087"/>
                    <a:pt x="325591" y="46016"/>
                    <a:pt x="325591" y="62625"/>
                  </a:cubicBezTo>
                  <a:lnTo>
                    <a:pt x="325591" y="262966"/>
                  </a:lnTo>
                  <a:cubicBezTo>
                    <a:pt x="325591" y="279575"/>
                    <a:pt x="318993" y="295504"/>
                    <a:pt x="307248" y="307248"/>
                  </a:cubicBezTo>
                  <a:cubicBezTo>
                    <a:pt x="295504" y="318993"/>
                    <a:pt x="279575" y="325591"/>
                    <a:pt x="262966" y="325591"/>
                  </a:cubicBezTo>
                  <a:lnTo>
                    <a:pt x="62625" y="325591"/>
                  </a:lnTo>
                  <a:cubicBezTo>
                    <a:pt x="46016" y="325591"/>
                    <a:pt x="30087" y="318993"/>
                    <a:pt x="18343" y="307248"/>
                  </a:cubicBezTo>
                  <a:cubicBezTo>
                    <a:pt x="6598" y="295504"/>
                    <a:pt x="0" y="279575"/>
                    <a:pt x="0" y="262966"/>
                  </a:cubicBezTo>
                  <a:lnTo>
                    <a:pt x="0" y="62625"/>
                  </a:lnTo>
                  <a:cubicBezTo>
                    <a:pt x="0" y="46016"/>
                    <a:pt x="6598" y="30087"/>
                    <a:pt x="18343" y="18343"/>
                  </a:cubicBezTo>
                  <a:cubicBezTo>
                    <a:pt x="30087" y="6598"/>
                    <a:pt x="46016" y="0"/>
                    <a:pt x="62625"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48" name="Google Shape;348;p27"/>
            <p:cNvSpPr txBox="1"/>
            <p:nvPr/>
          </p:nvSpPr>
          <p:spPr>
            <a:xfrm>
              <a:off x="0" y="-47625"/>
              <a:ext cx="325500" cy="3732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49" name="Google Shape;349;p27"/>
          <p:cNvSpPr txBox="1"/>
          <p:nvPr/>
        </p:nvSpPr>
        <p:spPr>
          <a:xfrm>
            <a:off x="2381912" y="2896299"/>
            <a:ext cx="52932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1200"/>
              <a:buFont typeface="Arial"/>
              <a:buNone/>
            </a:pPr>
            <a:r>
              <a:rPr lang="en" sz="1000">
                <a:latin typeface="Sarabun"/>
                <a:ea typeface="Sarabun"/>
                <a:cs typeface="Sarabun"/>
                <a:sym typeface="Sarabun"/>
              </a:rPr>
              <a:t>This paper addresses the voltage unbalance and lack of inertia when microgrid is in islanded mode.</a:t>
            </a:r>
            <a:endParaRPr b="0" i="0" sz="1000" u="none" cap="none" strike="noStrike">
              <a:solidFill>
                <a:srgbClr val="000000"/>
              </a:solidFill>
              <a:latin typeface="Arial"/>
              <a:ea typeface="Arial"/>
              <a:cs typeface="Arial"/>
              <a:sym typeface="Arial"/>
            </a:endParaRPr>
          </a:p>
        </p:txBody>
      </p:sp>
      <p:sp>
        <p:nvSpPr>
          <p:cNvPr id="350" name="Google Shape;350;p27"/>
          <p:cNvSpPr txBox="1"/>
          <p:nvPr/>
        </p:nvSpPr>
        <p:spPr>
          <a:xfrm>
            <a:off x="2314863" y="3708425"/>
            <a:ext cx="5360400" cy="3693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1200"/>
              <a:buFont typeface="Arial"/>
              <a:buNone/>
            </a:pPr>
            <a:r>
              <a:rPr lang="en" sz="1000">
                <a:latin typeface="Sarabun"/>
                <a:ea typeface="Sarabun"/>
                <a:cs typeface="Sarabun"/>
                <a:sym typeface="Sarabun"/>
              </a:rPr>
              <a:t>This paper provide the basic operating principle and in-depth analysis of VSG and issues with VSG are also discussed </a:t>
            </a:r>
            <a:endParaRPr i="0" sz="1000" u="none" cap="none" strike="noStrike">
              <a:solidFill>
                <a:srgbClr val="000000"/>
              </a:solidFill>
              <a:latin typeface="Sarabun"/>
              <a:ea typeface="Sarabun"/>
              <a:cs typeface="Sarabun"/>
              <a:sym typeface="Sarabun"/>
            </a:endParaRPr>
          </a:p>
        </p:txBody>
      </p:sp>
      <p:sp>
        <p:nvSpPr>
          <p:cNvPr id="351" name="Google Shape;351;p27"/>
          <p:cNvSpPr txBox="1"/>
          <p:nvPr/>
        </p:nvSpPr>
        <p:spPr>
          <a:xfrm>
            <a:off x="1562391" y="2832908"/>
            <a:ext cx="2139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lang="en" sz="3000">
                <a:latin typeface="Roboto"/>
                <a:ea typeface="Roboto"/>
                <a:cs typeface="Roboto"/>
                <a:sym typeface="Roboto"/>
              </a:rPr>
              <a:t>3</a:t>
            </a:r>
            <a:endParaRPr b="0" i="0" sz="700" u="none" cap="none" strike="noStrike">
              <a:solidFill>
                <a:srgbClr val="000000"/>
              </a:solidFill>
              <a:latin typeface="Arial"/>
              <a:ea typeface="Arial"/>
              <a:cs typeface="Arial"/>
              <a:sym typeface="Arial"/>
            </a:endParaRPr>
          </a:p>
        </p:txBody>
      </p:sp>
      <p:sp>
        <p:nvSpPr>
          <p:cNvPr id="352" name="Google Shape;352;p27"/>
          <p:cNvSpPr txBox="1"/>
          <p:nvPr/>
        </p:nvSpPr>
        <p:spPr>
          <a:xfrm>
            <a:off x="1562391" y="3660772"/>
            <a:ext cx="2139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lang="en" sz="3000">
                <a:latin typeface="Roboto"/>
                <a:ea typeface="Roboto"/>
                <a:cs typeface="Roboto"/>
                <a:sym typeface="Roboto"/>
              </a:rPr>
              <a:t>4</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0280C"/>
        </a:solidFill>
      </p:bgPr>
    </p:bg>
    <p:spTree>
      <p:nvGrpSpPr>
        <p:cNvPr id="356" name="Shape 356"/>
        <p:cNvGrpSpPr/>
        <p:nvPr/>
      </p:nvGrpSpPr>
      <p:grpSpPr>
        <a:xfrm>
          <a:off x="0" y="0"/>
          <a:ext cx="0" cy="0"/>
          <a:chOff x="0" y="0"/>
          <a:chExt cx="0" cy="0"/>
        </a:xfrm>
      </p:grpSpPr>
      <p:grpSp>
        <p:nvGrpSpPr>
          <p:cNvPr id="357" name="Google Shape;357;p28"/>
          <p:cNvGrpSpPr/>
          <p:nvPr/>
        </p:nvGrpSpPr>
        <p:grpSpPr>
          <a:xfrm>
            <a:off x="5269494" y="-182446"/>
            <a:ext cx="4022089" cy="5418364"/>
            <a:chOff x="0" y="-47625"/>
            <a:chExt cx="2118631" cy="2854117"/>
          </a:xfrm>
        </p:grpSpPr>
        <p:sp>
          <p:nvSpPr>
            <p:cNvPr id="358" name="Google Shape;358;p28"/>
            <p:cNvSpPr/>
            <p:nvPr/>
          </p:nvSpPr>
          <p:spPr>
            <a:xfrm>
              <a:off x="0" y="0"/>
              <a:ext cx="2118631" cy="2806492"/>
            </a:xfrm>
            <a:custGeom>
              <a:rect b="b" l="l" r="r" t="t"/>
              <a:pathLst>
                <a:path extrusionOk="0" h="2806492" w="2118631">
                  <a:moveTo>
                    <a:pt x="9624" y="0"/>
                  </a:moveTo>
                  <a:lnTo>
                    <a:pt x="2109006" y="0"/>
                  </a:lnTo>
                  <a:cubicBezTo>
                    <a:pt x="2111559" y="0"/>
                    <a:pt x="2114007" y="1014"/>
                    <a:pt x="2115812" y="2819"/>
                  </a:cubicBezTo>
                  <a:cubicBezTo>
                    <a:pt x="2117617" y="4624"/>
                    <a:pt x="2118631" y="7072"/>
                    <a:pt x="2118631" y="9624"/>
                  </a:cubicBezTo>
                  <a:lnTo>
                    <a:pt x="2118631" y="2796868"/>
                  </a:lnTo>
                  <a:cubicBezTo>
                    <a:pt x="2118631" y="2799421"/>
                    <a:pt x="2117617" y="2801869"/>
                    <a:pt x="2115812" y="2803673"/>
                  </a:cubicBezTo>
                  <a:cubicBezTo>
                    <a:pt x="2114007" y="2805478"/>
                    <a:pt x="2111559" y="2806492"/>
                    <a:pt x="2109006" y="2806492"/>
                  </a:cubicBezTo>
                  <a:lnTo>
                    <a:pt x="9624" y="2806492"/>
                  </a:lnTo>
                  <a:cubicBezTo>
                    <a:pt x="7072" y="2806492"/>
                    <a:pt x="4624" y="2805478"/>
                    <a:pt x="2819" y="2803673"/>
                  </a:cubicBezTo>
                  <a:cubicBezTo>
                    <a:pt x="1014" y="2801869"/>
                    <a:pt x="0" y="2799421"/>
                    <a:pt x="0" y="2796868"/>
                  </a:cubicBezTo>
                  <a:lnTo>
                    <a:pt x="0" y="9624"/>
                  </a:lnTo>
                  <a:cubicBezTo>
                    <a:pt x="0" y="7072"/>
                    <a:pt x="1014" y="4624"/>
                    <a:pt x="2819" y="2819"/>
                  </a:cubicBezTo>
                  <a:cubicBezTo>
                    <a:pt x="4624" y="1014"/>
                    <a:pt x="7072" y="0"/>
                    <a:pt x="9624"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59" name="Google Shape;359;p28"/>
            <p:cNvSpPr txBox="1"/>
            <p:nvPr/>
          </p:nvSpPr>
          <p:spPr>
            <a:xfrm>
              <a:off x="0" y="-47625"/>
              <a:ext cx="2118630" cy="2854117"/>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360" name="Google Shape;360;p28"/>
          <p:cNvPicPr preferRelativeResize="0"/>
          <p:nvPr/>
        </p:nvPicPr>
        <p:blipFill rotWithShape="1">
          <a:blip r:embed="rId3">
            <a:alphaModFix/>
          </a:blip>
          <a:srcRect b="0" l="0" r="0" t="0"/>
          <a:stretch/>
        </p:blipFill>
        <p:spPr>
          <a:xfrm>
            <a:off x="5771674" y="406960"/>
            <a:ext cx="3094150" cy="4450671"/>
          </a:xfrm>
          <a:prstGeom prst="rect">
            <a:avLst/>
          </a:prstGeom>
          <a:noFill/>
          <a:ln>
            <a:noFill/>
          </a:ln>
        </p:spPr>
      </p:pic>
      <p:grpSp>
        <p:nvGrpSpPr>
          <p:cNvPr id="361" name="Google Shape;361;p28"/>
          <p:cNvGrpSpPr/>
          <p:nvPr/>
        </p:nvGrpSpPr>
        <p:grpSpPr>
          <a:xfrm>
            <a:off x="8051229" y="-187100"/>
            <a:ext cx="1402899" cy="1402900"/>
            <a:chOff x="0" y="0"/>
            <a:chExt cx="812800" cy="812800"/>
          </a:xfrm>
        </p:grpSpPr>
        <p:sp>
          <p:nvSpPr>
            <p:cNvPr id="362" name="Google Shape;362;p28"/>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363" name="Google Shape;363;p28"/>
            <p:cNvSpPr txBox="1"/>
            <p:nvPr/>
          </p:nvSpPr>
          <p:spPr>
            <a:xfrm>
              <a:off x="152400" y="104775"/>
              <a:ext cx="508000" cy="555625"/>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364" name="Google Shape;364;p28"/>
          <p:cNvPicPr preferRelativeResize="0"/>
          <p:nvPr/>
        </p:nvPicPr>
        <p:blipFill rotWithShape="1">
          <a:blip r:embed="rId4">
            <a:alphaModFix/>
          </a:blip>
          <a:srcRect b="0" l="0" r="0" t="0"/>
          <a:stretch/>
        </p:blipFill>
        <p:spPr>
          <a:xfrm>
            <a:off x="8246523" y="705026"/>
            <a:ext cx="558850" cy="529437"/>
          </a:xfrm>
          <a:prstGeom prst="rect">
            <a:avLst/>
          </a:prstGeom>
          <a:noFill/>
          <a:ln>
            <a:noFill/>
          </a:ln>
        </p:spPr>
      </p:pic>
      <p:grpSp>
        <p:nvGrpSpPr>
          <p:cNvPr id="365" name="Google Shape;365;p28"/>
          <p:cNvGrpSpPr/>
          <p:nvPr/>
        </p:nvGrpSpPr>
        <p:grpSpPr>
          <a:xfrm>
            <a:off x="954278" y="1101569"/>
            <a:ext cx="558836" cy="649247"/>
            <a:chOff x="0" y="-47625"/>
            <a:chExt cx="294372" cy="341997"/>
          </a:xfrm>
        </p:grpSpPr>
        <p:sp>
          <p:nvSpPr>
            <p:cNvPr id="366" name="Google Shape;366;p28"/>
            <p:cNvSpPr/>
            <p:nvPr/>
          </p:nvSpPr>
          <p:spPr>
            <a:xfrm>
              <a:off x="0" y="0"/>
              <a:ext cx="294372" cy="294372"/>
            </a:xfrm>
            <a:custGeom>
              <a:rect b="b" l="l" r="r" t="t"/>
              <a:pathLst>
                <a:path extrusionOk="0" h="294372" w="294372">
                  <a:moveTo>
                    <a:pt x="69267" y="0"/>
                  </a:moveTo>
                  <a:lnTo>
                    <a:pt x="225105" y="0"/>
                  </a:lnTo>
                  <a:cubicBezTo>
                    <a:pt x="243476" y="0"/>
                    <a:pt x="261094" y="7298"/>
                    <a:pt x="274084" y="20288"/>
                  </a:cubicBezTo>
                  <a:cubicBezTo>
                    <a:pt x="287074" y="33278"/>
                    <a:pt x="294372" y="50896"/>
                    <a:pt x="294372" y="69267"/>
                  </a:cubicBezTo>
                  <a:lnTo>
                    <a:pt x="294372" y="225105"/>
                  </a:lnTo>
                  <a:cubicBezTo>
                    <a:pt x="294372" y="263360"/>
                    <a:pt x="263360" y="294372"/>
                    <a:pt x="225105" y="294372"/>
                  </a:cubicBezTo>
                  <a:lnTo>
                    <a:pt x="69267" y="294372"/>
                  </a:lnTo>
                  <a:cubicBezTo>
                    <a:pt x="31012" y="294372"/>
                    <a:pt x="0" y="263360"/>
                    <a:pt x="0" y="225105"/>
                  </a:cubicBezTo>
                  <a:lnTo>
                    <a:pt x="0" y="69267"/>
                  </a:lnTo>
                  <a:cubicBezTo>
                    <a:pt x="0" y="31012"/>
                    <a:pt x="31012" y="0"/>
                    <a:pt x="69267"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67" name="Google Shape;367;p28"/>
            <p:cNvSpPr txBox="1"/>
            <p:nvPr/>
          </p:nvSpPr>
          <p:spPr>
            <a:xfrm>
              <a:off x="0" y="-47625"/>
              <a:ext cx="294372" cy="341997"/>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68" name="Google Shape;368;p28"/>
          <p:cNvSpPr txBox="1"/>
          <p:nvPr/>
        </p:nvSpPr>
        <p:spPr>
          <a:xfrm>
            <a:off x="514350" y="509600"/>
            <a:ext cx="4511400" cy="554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4500"/>
              <a:buFont typeface="Arial"/>
              <a:buNone/>
            </a:pPr>
            <a:r>
              <a:rPr lang="en" sz="3600">
                <a:solidFill>
                  <a:srgbClr val="FFFFFF"/>
                </a:solidFill>
                <a:latin typeface="Inria Serif"/>
                <a:ea typeface="Inria Serif"/>
                <a:cs typeface="Inria Serif"/>
                <a:sym typeface="Inria Serif"/>
              </a:rPr>
              <a:t>What I learned?</a:t>
            </a:r>
            <a:endParaRPr b="0" i="0" sz="200" u="none" cap="none" strike="noStrike">
              <a:solidFill>
                <a:srgbClr val="000000"/>
              </a:solidFill>
              <a:latin typeface="Arial"/>
              <a:ea typeface="Arial"/>
              <a:cs typeface="Arial"/>
              <a:sym typeface="Arial"/>
            </a:endParaRPr>
          </a:p>
        </p:txBody>
      </p:sp>
      <p:sp>
        <p:nvSpPr>
          <p:cNvPr id="369" name="Google Shape;369;p28"/>
          <p:cNvSpPr txBox="1"/>
          <p:nvPr/>
        </p:nvSpPr>
        <p:spPr>
          <a:xfrm>
            <a:off x="1827599" y="1183300"/>
            <a:ext cx="2605500" cy="2616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Clr>
                <a:srgbClr val="000000"/>
              </a:buClr>
              <a:buSzPts val="1700"/>
              <a:buFont typeface="Arial"/>
              <a:buNone/>
            </a:pPr>
            <a:r>
              <a:rPr lang="en" sz="1700">
                <a:solidFill>
                  <a:srgbClr val="FFFFFF"/>
                </a:solidFill>
                <a:latin typeface="Roboto"/>
                <a:ea typeface="Roboto"/>
                <a:cs typeface="Roboto"/>
                <a:sym typeface="Roboto"/>
              </a:rPr>
              <a:t>Plenty of Control Methods</a:t>
            </a:r>
            <a:endParaRPr b="0" i="0" sz="700" u="none" cap="none" strike="noStrike">
              <a:solidFill>
                <a:srgbClr val="000000"/>
              </a:solidFill>
              <a:latin typeface="Arial"/>
              <a:ea typeface="Arial"/>
              <a:cs typeface="Arial"/>
              <a:sym typeface="Arial"/>
            </a:endParaRPr>
          </a:p>
        </p:txBody>
      </p:sp>
      <p:sp>
        <p:nvSpPr>
          <p:cNvPr id="370" name="Google Shape;370;p28"/>
          <p:cNvSpPr txBox="1"/>
          <p:nvPr/>
        </p:nvSpPr>
        <p:spPr>
          <a:xfrm>
            <a:off x="1827598" y="1584525"/>
            <a:ext cx="2551200" cy="7020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200"/>
              <a:buFont typeface="Arial"/>
              <a:buNone/>
            </a:pPr>
            <a:r>
              <a:rPr lang="en" sz="1200">
                <a:solidFill>
                  <a:srgbClr val="FFFFFF"/>
                </a:solidFill>
                <a:latin typeface="Fira Sans"/>
                <a:ea typeface="Fira Sans"/>
                <a:cs typeface="Fira Sans"/>
                <a:sym typeface="Fira Sans"/>
              </a:rPr>
              <a:t>So many control methods than I had expected with different grid configurations.</a:t>
            </a:r>
            <a:endParaRPr b="0" i="0" sz="700" u="none" cap="none" strike="noStrike">
              <a:solidFill>
                <a:srgbClr val="000000"/>
              </a:solidFill>
              <a:latin typeface="Arial"/>
              <a:ea typeface="Arial"/>
              <a:cs typeface="Arial"/>
              <a:sym typeface="Arial"/>
            </a:endParaRPr>
          </a:p>
        </p:txBody>
      </p:sp>
      <p:grpSp>
        <p:nvGrpSpPr>
          <p:cNvPr id="371" name="Google Shape;371;p28"/>
          <p:cNvGrpSpPr/>
          <p:nvPr/>
        </p:nvGrpSpPr>
        <p:grpSpPr>
          <a:xfrm>
            <a:off x="-1675794" y="1210251"/>
            <a:ext cx="2190144" cy="2190144"/>
            <a:chOff x="0" y="0"/>
            <a:chExt cx="812800" cy="812800"/>
          </a:xfrm>
        </p:grpSpPr>
        <p:sp>
          <p:nvSpPr>
            <p:cNvPr id="372" name="Google Shape;372;p28"/>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373" name="Google Shape;373;p28"/>
            <p:cNvSpPr txBox="1"/>
            <p:nvPr/>
          </p:nvSpPr>
          <p:spPr>
            <a:xfrm>
              <a:off x="152400" y="104775"/>
              <a:ext cx="508000" cy="555625"/>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74" name="Google Shape;374;p28"/>
          <p:cNvGrpSpPr/>
          <p:nvPr/>
        </p:nvGrpSpPr>
        <p:grpSpPr>
          <a:xfrm>
            <a:off x="-473288" y="2345860"/>
            <a:ext cx="946577" cy="946577"/>
            <a:chOff x="0" y="0"/>
            <a:chExt cx="812800" cy="812800"/>
          </a:xfrm>
        </p:grpSpPr>
        <p:sp>
          <p:nvSpPr>
            <p:cNvPr id="375" name="Google Shape;375;p28"/>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A357"/>
              </a:solidFill>
              <a:prstDash val="solid"/>
              <a:miter lim="80"/>
              <a:headEnd len="sm" w="sm" type="none"/>
              <a:tailEnd len="sm" w="sm" type="none"/>
            </a:ln>
          </p:spPr>
        </p:sp>
        <p:sp>
          <p:nvSpPr>
            <p:cNvPr id="376" name="Google Shape;376;p28"/>
            <p:cNvSpPr txBox="1"/>
            <p:nvPr/>
          </p:nvSpPr>
          <p:spPr>
            <a:xfrm>
              <a:off x="88900" y="41275"/>
              <a:ext cx="635000" cy="682625"/>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377" name="Google Shape;377;p28"/>
          <p:cNvPicPr preferRelativeResize="0"/>
          <p:nvPr/>
        </p:nvPicPr>
        <p:blipFill rotWithShape="1">
          <a:blip r:embed="rId5">
            <a:alphaModFix/>
          </a:blip>
          <a:srcRect b="0" l="0" r="0" t="0"/>
          <a:stretch/>
        </p:blipFill>
        <p:spPr>
          <a:xfrm>
            <a:off x="5593647" y="4409407"/>
            <a:ext cx="464965" cy="439488"/>
          </a:xfrm>
          <a:prstGeom prst="rect">
            <a:avLst/>
          </a:prstGeom>
          <a:noFill/>
          <a:ln>
            <a:noFill/>
          </a:ln>
        </p:spPr>
      </p:pic>
      <p:pic>
        <p:nvPicPr>
          <p:cNvPr id="378" name="Google Shape;378;p28"/>
          <p:cNvPicPr preferRelativeResize="0"/>
          <p:nvPr/>
        </p:nvPicPr>
        <p:blipFill rotWithShape="1">
          <a:blip r:embed="rId6">
            <a:alphaModFix/>
          </a:blip>
          <a:srcRect b="0" l="0" r="0" t="0"/>
          <a:stretch/>
        </p:blipFill>
        <p:spPr>
          <a:xfrm>
            <a:off x="3683609" y="4480613"/>
            <a:ext cx="805727" cy="439488"/>
          </a:xfrm>
          <a:prstGeom prst="rect">
            <a:avLst/>
          </a:prstGeom>
          <a:noFill/>
          <a:ln>
            <a:noFill/>
          </a:ln>
        </p:spPr>
      </p:pic>
      <p:pic>
        <p:nvPicPr>
          <p:cNvPr id="379" name="Google Shape;379;p28"/>
          <p:cNvPicPr preferRelativeResize="0"/>
          <p:nvPr/>
        </p:nvPicPr>
        <p:blipFill rotWithShape="1">
          <a:blip r:embed="rId7">
            <a:alphaModFix/>
          </a:blip>
          <a:srcRect b="0" l="0" r="0" t="0"/>
          <a:stretch/>
        </p:blipFill>
        <p:spPr>
          <a:xfrm>
            <a:off x="1054950" y="1244174"/>
            <a:ext cx="401254" cy="4047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0280C"/>
        </a:solidFill>
      </p:bgPr>
    </p:bg>
    <p:spTree>
      <p:nvGrpSpPr>
        <p:cNvPr id="383" name="Shape 383"/>
        <p:cNvGrpSpPr/>
        <p:nvPr/>
      </p:nvGrpSpPr>
      <p:grpSpPr>
        <a:xfrm>
          <a:off x="0" y="0"/>
          <a:ext cx="0" cy="0"/>
          <a:chOff x="0" y="0"/>
          <a:chExt cx="0" cy="0"/>
        </a:xfrm>
      </p:grpSpPr>
      <p:grpSp>
        <p:nvGrpSpPr>
          <p:cNvPr id="384" name="Google Shape;384;p29"/>
          <p:cNvGrpSpPr/>
          <p:nvPr/>
        </p:nvGrpSpPr>
        <p:grpSpPr>
          <a:xfrm>
            <a:off x="5353509" y="-90411"/>
            <a:ext cx="3128943" cy="5233889"/>
            <a:chOff x="0" y="-47625"/>
            <a:chExt cx="1648200" cy="2757000"/>
          </a:xfrm>
        </p:grpSpPr>
        <p:sp>
          <p:nvSpPr>
            <p:cNvPr id="385" name="Google Shape;385;p29"/>
            <p:cNvSpPr/>
            <p:nvPr/>
          </p:nvSpPr>
          <p:spPr>
            <a:xfrm>
              <a:off x="0" y="0"/>
              <a:ext cx="1648198" cy="2709333"/>
            </a:xfrm>
            <a:custGeom>
              <a:rect b="b" l="l" r="r" t="t"/>
              <a:pathLst>
                <a:path extrusionOk="0" h="2709333" w="1648198">
                  <a:moveTo>
                    <a:pt x="0" y="0"/>
                  </a:moveTo>
                  <a:lnTo>
                    <a:pt x="1648198" y="0"/>
                  </a:lnTo>
                  <a:lnTo>
                    <a:pt x="1648198" y="2709333"/>
                  </a:lnTo>
                  <a:lnTo>
                    <a:pt x="0" y="2709333"/>
                  </a:lnTo>
                  <a:close/>
                </a:path>
              </a:pathLst>
            </a:custGeom>
            <a:solidFill>
              <a:srgbClr val="FFFFFF"/>
            </a:solidFill>
            <a:ln>
              <a:noFill/>
            </a:ln>
          </p:spPr>
        </p:sp>
        <p:sp>
          <p:nvSpPr>
            <p:cNvPr id="386" name="Google Shape;386;p29"/>
            <p:cNvSpPr txBox="1"/>
            <p:nvPr/>
          </p:nvSpPr>
          <p:spPr>
            <a:xfrm>
              <a:off x="0" y="-47625"/>
              <a:ext cx="1648200" cy="27570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87" name="Google Shape;387;p29"/>
          <p:cNvSpPr txBox="1"/>
          <p:nvPr/>
        </p:nvSpPr>
        <p:spPr>
          <a:xfrm>
            <a:off x="514350" y="504825"/>
            <a:ext cx="4563000" cy="692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500"/>
              <a:buFont typeface="Arial"/>
              <a:buNone/>
            </a:pPr>
            <a:r>
              <a:rPr lang="en" sz="4500">
                <a:solidFill>
                  <a:srgbClr val="FFFFFF"/>
                </a:solidFill>
                <a:latin typeface="Play"/>
                <a:ea typeface="Play"/>
                <a:cs typeface="Play"/>
                <a:sym typeface="Play"/>
              </a:rPr>
              <a:t>Sprint 2 Goals</a:t>
            </a:r>
            <a:endParaRPr b="0" i="0" sz="700" u="none" cap="none" strike="noStrike">
              <a:solidFill>
                <a:srgbClr val="000000"/>
              </a:solidFill>
              <a:latin typeface="Arial"/>
              <a:ea typeface="Arial"/>
              <a:cs typeface="Arial"/>
              <a:sym typeface="Arial"/>
            </a:endParaRPr>
          </a:p>
        </p:txBody>
      </p:sp>
      <p:sp>
        <p:nvSpPr>
          <p:cNvPr id="388" name="Google Shape;388;p29"/>
          <p:cNvSpPr txBox="1"/>
          <p:nvPr/>
        </p:nvSpPr>
        <p:spPr>
          <a:xfrm>
            <a:off x="1225824" y="1761950"/>
            <a:ext cx="3725100" cy="86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40"/>
              <a:buFont typeface="Arial"/>
              <a:buNone/>
            </a:pPr>
            <a:r>
              <a:rPr lang="en">
                <a:solidFill>
                  <a:srgbClr val="FFFFFF"/>
                </a:solidFill>
                <a:latin typeface="Sarabun"/>
                <a:ea typeface="Sarabun"/>
                <a:cs typeface="Sarabun"/>
                <a:sym typeface="Sarabun"/>
              </a:rPr>
              <a:t>Develop a working MATLAB/Simulink microgrid model with grid-forming inverter and implement conventional droop control, fixed VSG control as baseline.</a:t>
            </a:r>
            <a:endParaRPr b="0" i="0" u="none" cap="none" strike="noStrike">
              <a:solidFill>
                <a:srgbClr val="000000"/>
              </a:solidFill>
              <a:latin typeface="Arial"/>
              <a:ea typeface="Arial"/>
              <a:cs typeface="Arial"/>
              <a:sym typeface="Arial"/>
            </a:endParaRPr>
          </a:p>
        </p:txBody>
      </p:sp>
      <p:grpSp>
        <p:nvGrpSpPr>
          <p:cNvPr id="389" name="Google Shape;389;p29"/>
          <p:cNvGrpSpPr/>
          <p:nvPr/>
        </p:nvGrpSpPr>
        <p:grpSpPr>
          <a:xfrm>
            <a:off x="461981" y="1761943"/>
            <a:ext cx="613523" cy="466060"/>
            <a:chOff x="0" y="0"/>
            <a:chExt cx="1069974" cy="812800"/>
          </a:xfrm>
        </p:grpSpPr>
        <p:sp>
          <p:nvSpPr>
            <p:cNvPr id="390" name="Google Shape;390;p29"/>
            <p:cNvSpPr/>
            <p:nvPr/>
          </p:nvSpPr>
          <p:spPr>
            <a:xfrm>
              <a:off x="0" y="0"/>
              <a:ext cx="1069974" cy="812800"/>
            </a:xfrm>
            <a:custGeom>
              <a:rect b="b" l="l" r="r" t="t"/>
              <a:pathLst>
                <a:path extrusionOk="0" h="812800" w="1069974">
                  <a:moveTo>
                    <a:pt x="1069974" y="406400"/>
                  </a:moveTo>
                  <a:lnTo>
                    <a:pt x="663574" y="0"/>
                  </a:lnTo>
                  <a:lnTo>
                    <a:pt x="663574" y="203200"/>
                  </a:lnTo>
                  <a:lnTo>
                    <a:pt x="0" y="203200"/>
                  </a:lnTo>
                  <a:lnTo>
                    <a:pt x="0" y="609600"/>
                  </a:lnTo>
                  <a:lnTo>
                    <a:pt x="663574" y="609600"/>
                  </a:lnTo>
                  <a:lnTo>
                    <a:pt x="663574" y="812800"/>
                  </a:lnTo>
                  <a:lnTo>
                    <a:pt x="1069974" y="406400"/>
                  </a:lnTo>
                  <a:close/>
                </a:path>
              </a:pathLst>
            </a:custGeom>
            <a:solidFill>
              <a:srgbClr val="FFA357"/>
            </a:solidFill>
            <a:ln>
              <a:noFill/>
            </a:ln>
          </p:spPr>
        </p:sp>
        <p:sp>
          <p:nvSpPr>
            <p:cNvPr id="391" name="Google Shape;391;p29"/>
            <p:cNvSpPr txBox="1"/>
            <p:nvPr/>
          </p:nvSpPr>
          <p:spPr>
            <a:xfrm>
              <a:off x="0" y="155575"/>
              <a:ext cx="968400" cy="453900"/>
            </a:xfrm>
            <a:prstGeom prst="rect">
              <a:avLst/>
            </a:prstGeom>
            <a:noFill/>
            <a:ln>
              <a:noFill/>
            </a:ln>
          </p:spPr>
          <p:txBody>
            <a:bodyPr anchorCtr="0" anchor="ctr" bIns="45300" lIns="45300" spcFirstLastPara="1" rIns="45300" wrap="square" tIns="45300">
              <a:noAutofit/>
            </a:bodyPr>
            <a:lstStyle/>
            <a:p>
              <a:pPr indent="0" lvl="0" marL="0" marR="0" rtl="0" algn="ctr">
                <a:lnSpc>
                  <a:spcPct val="186611"/>
                </a:lnSpc>
                <a:spcBef>
                  <a:spcPts val="0"/>
                </a:spcBef>
                <a:spcAft>
                  <a:spcPts val="0"/>
                </a:spcAft>
                <a:buClr>
                  <a:srgbClr val="000000"/>
                </a:buClr>
                <a:buSzPts val="1605"/>
                <a:buFont typeface="Arial"/>
                <a:buNone/>
              </a:pPr>
              <a:r>
                <a:t/>
              </a:r>
              <a:endParaRPr b="0" i="0" sz="1605" u="none" cap="none" strike="noStrike">
                <a:solidFill>
                  <a:schemeClr val="dk1"/>
                </a:solidFill>
                <a:latin typeface="Calibri"/>
                <a:ea typeface="Calibri"/>
                <a:cs typeface="Calibri"/>
                <a:sym typeface="Calibri"/>
              </a:endParaRPr>
            </a:p>
          </p:txBody>
        </p:sp>
      </p:grpSp>
      <p:grpSp>
        <p:nvGrpSpPr>
          <p:cNvPr id="392" name="Google Shape;392;p29"/>
          <p:cNvGrpSpPr/>
          <p:nvPr/>
        </p:nvGrpSpPr>
        <p:grpSpPr>
          <a:xfrm>
            <a:off x="8141726" y="-690954"/>
            <a:ext cx="2190171" cy="2190171"/>
            <a:chOff x="0" y="0"/>
            <a:chExt cx="812800" cy="812800"/>
          </a:xfrm>
        </p:grpSpPr>
        <p:sp>
          <p:nvSpPr>
            <p:cNvPr id="393" name="Google Shape;393;p29"/>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394" name="Google Shape;394;p29"/>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95" name="Google Shape;395;p29"/>
          <p:cNvGrpSpPr/>
          <p:nvPr/>
        </p:nvGrpSpPr>
        <p:grpSpPr>
          <a:xfrm>
            <a:off x="8758734" y="628104"/>
            <a:ext cx="871078" cy="871078"/>
            <a:chOff x="0" y="0"/>
            <a:chExt cx="812800" cy="812800"/>
          </a:xfrm>
        </p:grpSpPr>
        <p:sp>
          <p:nvSpPr>
            <p:cNvPr id="396" name="Google Shape;396;p29"/>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A357"/>
              </a:solidFill>
              <a:prstDash val="solid"/>
              <a:miter lim="80"/>
              <a:headEnd len="sm" w="sm" type="none"/>
              <a:tailEnd len="sm" w="sm" type="none"/>
            </a:ln>
          </p:spPr>
        </p:sp>
        <p:sp>
          <p:nvSpPr>
            <p:cNvPr id="397" name="Google Shape;397;p29"/>
            <p:cNvSpPr txBox="1"/>
            <p:nvPr/>
          </p:nvSpPr>
          <p:spPr>
            <a:xfrm>
              <a:off x="88900" y="41275"/>
              <a:ext cx="635100" cy="682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98" name="Google Shape;398;p29"/>
          <p:cNvGrpSpPr/>
          <p:nvPr/>
        </p:nvGrpSpPr>
        <p:grpSpPr>
          <a:xfrm>
            <a:off x="5077373" y="4629150"/>
            <a:ext cx="871078" cy="871078"/>
            <a:chOff x="0" y="0"/>
            <a:chExt cx="812800" cy="812800"/>
          </a:xfrm>
        </p:grpSpPr>
        <p:sp>
          <p:nvSpPr>
            <p:cNvPr id="399" name="Google Shape;399;p29"/>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A357"/>
              </a:solidFill>
              <a:prstDash val="solid"/>
              <a:miter lim="80"/>
              <a:headEnd len="sm" w="sm" type="none"/>
              <a:tailEnd len="sm" w="sm" type="none"/>
            </a:ln>
          </p:spPr>
        </p:sp>
        <p:sp>
          <p:nvSpPr>
            <p:cNvPr id="400" name="Google Shape;400;p29"/>
            <p:cNvSpPr txBox="1"/>
            <p:nvPr/>
          </p:nvSpPr>
          <p:spPr>
            <a:xfrm>
              <a:off x="88900" y="41275"/>
              <a:ext cx="635100" cy="682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401" name="Google Shape;401;p29"/>
          <p:cNvGrpSpPr/>
          <p:nvPr/>
        </p:nvGrpSpPr>
        <p:grpSpPr>
          <a:xfrm>
            <a:off x="4841574" y="4807829"/>
            <a:ext cx="671373" cy="671373"/>
            <a:chOff x="0" y="0"/>
            <a:chExt cx="812800" cy="812800"/>
          </a:xfrm>
        </p:grpSpPr>
        <p:sp>
          <p:nvSpPr>
            <p:cNvPr id="402" name="Google Shape;402;p29"/>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403" name="Google Shape;403;p29"/>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404" name="Google Shape;404;p29"/>
          <p:cNvPicPr preferRelativeResize="0"/>
          <p:nvPr/>
        </p:nvPicPr>
        <p:blipFill rotWithShape="1">
          <a:blip r:embed="rId3">
            <a:alphaModFix/>
          </a:blip>
          <a:srcRect b="0" l="0" r="0" t="0"/>
          <a:stretch/>
        </p:blipFill>
        <p:spPr>
          <a:xfrm>
            <a:off x="-110887" y="4702924"/>
            <a:ext cx="572850" cy="539350"/>
          </a:xfrm>
          <a:prstGeom prst="rect">
            <a:avLst/>
          </a:prstGeom>
          <a:noFill/>
          <a:ln>
            <a:noFill/>
          </a:ln>
        </p:spPr>
      </p:pic>
      <p:pic>
        <p:nvPicPr>
          <p:cNvPr id="405" name="Google Shape;405;p29"/>
          <p:cNvPicPr preferRelativeResize="0"/>
          <p:nvPr/>
        </p:nvPicPr>
        <p:blipFill rotWithShape="1">
          <a:blip r:embed="rId4">
            <a:alphaModFix/>
          </a:blip>
          <a:srcRect b="0" l="0" r="0" t="0"/>
          <a:stretch/>
        </p:blipFill>
        <p:spPr>
          <a:xfrm>
            <a:off x="5948450" y="316612"/>
            <a:ext cx="574121" cy="311488"/>
          </a:xfrm>
          <a:prstGeom prst="rect">
            <a:avLst/>
          </a:prstGeom>
          <a:noFill/>
          <a:ln>
            <a:noFill/>
          </a:ln>
        </p:spPr>
      </p:pic>
      <p:pic>
        <p:nvPicPr>
          <p:cNvPr id="406" name="Google Shape;406;p29"/>
          <p:cNvPicPr preferRelativeResize="0"/>
          <p:nvPr/>
        </p:nvPicPr>
        <p:blipFill rotWithShape="1">
          <a:blip r:embed="rId4">
            <a:alphaModFix/>
          </a:blip>
          <a:srcRect b="0" l="0" r="0" t="0"/>
          <a:stretch/>
        </p:blipFill>
        <p:spPr>
          <a:xfrm>
            <a:off x="6873613" y="71862"/>
            <a:ext cx="574121" cy="311488"/>
          </a:xfrm>
          <a:prstGeom prst="rect">
            <a:avLst/>
          </a:prstGeom>
          <a:noFill/>
          <a:ln>
            <a:noFill/>
          </a:ln>
        </p:spPr>
      </p:pic>
      <p:pic>
        <p:nvPicPr>
          <p:cNvPr id="407" name="Google Shape;407;p29"/>
          <p:cNvPicPr preferRelativeResize="0"/>
          <p:nvPr/>
        </p:nvPicPr>
        <p:blipFill rotWithShape="1">
          <a:blip r:embed="rId5">
            <a:alphaModFix/>
          </a:blip>
          <a:srcRect b="0" l="0" r="0" t="0"/>
          <a:stretch/>
        </p:blipFill>
        <p:spPr>
          <a:xfrm>
            <a:off x="8510050" y="1249051"/>
            <a:ext cx="491462" cy="465450"/>
          </a:xfrm>
          <a:prstGeom prst="rect">
            <a:avLst/>
          </a:prstGeom>
          <a:noFill/>
          <a:ln>
            <a:noFill/>
          </a:ln>
        </p:spPr>
      </p:pic>
      <p:pic>
        <p:nvPicPr>
          <p:cNvPr id="408" name="Google Shape;408;p29"/>
          <p:cNvPicPr preferRelativeResize="0"/>
          <p:nvPr/>
        </p:nvPicPr>
        <p:blipFill rotWithShape="1">
          <a:blip r:embed="rId6">
            <a:alphaModFix/>
          </a:blip>
          <a:srcRect b="6191" l="0" r="3354" t="0"/>
          <a:stretch/>
        </p:blipFill>
        <p:spPr>
          <a:xfrm>
            <a:off x="5219063" y="1714500"/>
            <a:ext cx="3397813" cy="2813882"/>
          </a:xfrm>
          <a:prstGeom prst="rect">
            <a:avLst/>
          </a:prstGeom>
          <a:noFill/>
          <a:ln>
            <a:noFill/>
          </a:ln>
        </p:spPr>
      </p:pic>
      <p:sp>
        <p:nvSpPr>
          <p:cNvPr id="409" name="Google Shape;409;p29"/>
          <p:cNvSpPr txBox="1"/>
          <p:nvPr/>
        </p:nvSpPr>
        <p:spPr>
          <a:xfrm>
            <a:off x="1225824" y="3091038"/>
            <a:ext cx="3725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40"/>
              <a:buFont typeface="Arial"/>
              <a:buNone/>
            </a:pPr>
            <a:r>
              <a:rPr lang="en">
                <a:solidFill>
                  <a:srgbClr val="FFFFFF"/>
                </a:solidFill>
                <a:latin typeface="Sarabun"/>
                <a:ea typeface="Sarabun"/>
                <a:cs typeface="Sarabun"/>
                <a:sym typeface="Sarabun"/>
              </a:rPr>
              <a:t>Developing grid-forming inverter, droop control and VSG control</a:t>
            </a:r>
            <a:endParaRPr b="0" i="0" u="none" cap="none" strike="noStrike">
              <a:solidFill>
                <a:srgbClr val="000000"/>
              </a:solidFill>
              <a:latin typeface="Arial"/>
              <a:ea typeface="Arial"/>
              <a:cs typeface="Arial"/>
              <a:sym typeface="Arial"/>
            </a:endParaRPr>
          </a:p>
        </p:txBody>
      </p:sp>
      <p:grpSp>
        <p:nvGrpSpPr>
          <p:cNvPr id="410" name="Google Shape;410;p29"/>
          <p:cNvGrpSpPr/>
          <p:nvPr/>
        </p:nvGrpSpPr>
        <p:grpSpPr>
          <a:xfrm>
            <a:off x="461981" y="3091031"/>
            <a:ext cx="613523" cy="466060"/>
            <a:chOff x="0" y="0"/>
            <a:chExt cx="1069974" cy="812800"/>
          </a:xfrm>
        </p:grpSpPr>
        <p:sp>
          <p:nvSpPr>
            <p:cNvPr id="411" name="Google Shape;411;p29"/>
            <p:cNvSpPr/>
            <p:nvPr/>
          </p:nvSpPr>
          <p:spPr>
            <a:xfrm>
              <a:off x="0" y="0"/>
              <a:ext cx="1069974" cy="812800"/>
            </a:xfrm>
            <a:custGeom>
              <a:rect b="b" l="l" r="r" t="t"/>
              <a:pathLst>
                <a:path extrusionOk="0" h="812800" w="1069974">
                  <a:moveTo>
                    <a:pt x="1069974" y="406400"/>
                  </a:moveTo>
                  <a:lnTo>
                    <a:pt x="663574" y="0"/>
                  </a:lnTo>
                  <a:lnTo>
                    <a:pt x="663574" y="203200"/>
                  </a:lnTo>
                  <a:lnTo>
                    <a:pt x="0" y="203200"/>
                  </a:lnTo>
                  <a:lnTo>
                    <a:pt x="0" y="609600"/>
                  </a:lnTo>
                  <a:lnTo>
                    <a:pt x="663574" y="609600"/>
                  </a:lnTo>
                  <a:lnTo>
                    <a:pt x="663574" y="812800"/>
                  </a:lnTo>
                  <a:lnTo>
                    <a:pt x="1069974" y="406400"/>
                  </a:lnTo>
                  <a:close/>
                </a:path>
              </a:pathLst>
            </a:custGeom>
            <a:solidFill>
              <a:srgbClr val="FFA357"/>
            </a:solidFill>
            <a:ln>
              <a:noFill/>
            </a:ln>
          </p:spPr>
        </p:sp>
        <p:sp>
          <p:nvSpPr>
            <p:cNvPr id="412" name="Google Shape;412;p29"/>
            <p:cNvSpPr txBox="1"/>
            <p:nvPr/>
          </p:nvSpPr>
          <p:spPr>
            <a:xfrm>
              <a:off x="0" y="155575"/>
              <a:ext cx="968400" cy="453900"/>
            </a:xfrm>
            <a:prstGeom prst="rect">
              <a:avLst/>
            </a:prstGeom>
            <a:noFill/>
            <a:ln>
              <a:noFill/>
            </a:ln>
          </p:spPr>
          <p:txBody>
            <a:bodyPr anchorCtr="0" anchor="ctr" bIns="45300" lIns="45300" spcFirstLastPara="1" rIns="45300" wrap="square" tIns="45300">
              <a:noAutofit/>
            </a:bodyPr>
            <a:lstStyle/>
            <a:p>
              <a:pPr indent="0" lvl="0" marL="0" marR="0" rtl="0" algn="ctr">
                <a:lnSpc>
                  <a:spcPct val="186611"/>
                </a:lnSpc>
                <a:spcBef>
                  <a:spcPts val="0"/>
                </a:spcBef>
                <a:spcAft>
                  <a:spcPts val="0"/>
                </a:spcAft>
                <a:buClr>
                  <a:srgbClr val="000000"/>
                </a:buClr>
                <a:buSzPts val="1605"/>
                <a:buFont typeface="Arial"/>
                <a:buNone/>
              </a:pPr>
              <a:r>
                <a:t/>
              </a:r>
              <a:endParaRPr b="0" i="0" sz="1605" u="none" cap="none" strike="noStrike">
                <a:solidFill>
                  <a:schemeClr val="dk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0280C"/>
        </a:solidFill>
      </p:bgPr>
    </p:bg>
    <p:spTree>
      <p:nvGrpSpPr>
        <p:cNvPr id="416" name="Shape 416"/>
        <p:cNvGrpSpPr/>
        <p:nvPr/>
      </p:nvGrpSpPr>
      <p:grpSpPr>
        <a:xfrm>
          <a:off x="0" y="0"/>
          <a:ext cx="0" cy="0"/>
          <a:chOff x="0" y="0"/>
          <a:chExt cx="0" cy="0"/>
        </a:xfrm>
      </p:grpSpPr>
      <p:grpSp>
        <p:nvGrpSpPr>
          <p:cNvPr id="417" name="Google Shape;417;p30"/>
          <p:cNvGrpSpPr/>
          <p:nvPr/>
        </p:nvGrpSpPr>
        <p:grpSpPr>
          <a:xfrm>
            <a:off x="-91277" y="1411213"/>
            <a:ext cx="8944070" cy="2889175"/>
            <a:chOff x="0" y="-47625"/>
            <a:chExt cx="3106335" cy="1521900"/>
          </a:xfrm>
        </p:grpSpPr>
        <p:sp>
          <p:nvSpPr>
            <p:cNvPr id="418" name="Google Shape;418;p30"/>
            <p:cNvSpPr/>
            <p:nvPr/>
          </p:nvSpPr>
          <p:spPr>
            <a:xfrm>
              <a:off x="0" y="0"/>
              <a:ext cx="3106335" cy="1474216"/>
            </a:xfrm>
            <a:custGeom>
              <a:rect b="b" l="l" r="r" t="t"/>
              <a:pathLst>
                <a:path extrusionOk="0" h="1474216" w="3106335">
                  <a:moveTo>
                    <a:pt x="6564" y="0"/>
                  </a:moveTo>
                  <a:lnTo>
                    <a:pt x="3099770" y="0"/>
                  </a:lnTo>
                  <a:cubicBezTo>
                    <a:pt x="3103396" y="0"/>
                    <a:pt x="3106335" y="2939"/>
                    <a:pt x="3106335" y="6564"/>
                  </a:cubicBezTo>
                  <a:lnTo>
                    <a:pt x="3106335" y="1467652"/>
                  </a:lnTo>
                  <a:cubicBezTo>
                    <a:pt x="3106335" y="1471277"/>
                    <a:pt x="3103396" y="1474216"/>
                    <a:pt x="3099770" y="1474216"/>
                  </a:cubicBezTo>
                  <a:lnTo>
                    <a:pt x="6564" y="1474216"/>
                  </a:lnTo>
                  <a:cubicBezTo>
                    <a:pt x="2939" y="1474216"/>
                    <a:pt x="0" y="1471277"/>
                    <a:pt x="0" y="1467652"/>
                  </a:cubicBezTo>
                  <a:lnTo>
                    <a:pt x="0" y="6564"/>
                  </a:lnTo>
                  <a:cubicBezTo>
                    <a:pt x="0" y="2939"/>
                    <a:pt x="2939" y="0"/>
                    <a:pt x="6564" y="0"/>
                  </a:cubicBezTo>
                  <a:close/>
                </a:path>
              </a:pathLst>
            </a:custGeom>
            <a:solidFill>
              <a:srgbClr val="FFFFFF"/>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19" name="Google Shape;419;p30"/>
            <p:cNvSpPr txBox="1"/>
            <p:nvPr/>
          </p:nvSpPr>
          <p:spPr>
            <a:xfrm>
              <a:off x="0" y="-47625"/>
              <a:ext cx="3106200" cy="15219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20" name="Google Shape;420;p30"/>
          <p:cNvSpPr txBox="1"/>
          <p:nvPr/>
        </p:nvSpPr>
        <p:spPr>
          <a:xfrm>
            <a:off x="925649" y="526805"/>
            <a:ext cx="3772800" cy="6927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Clr>
                <a:srgbClr val="000000"/>
              </a:buClr>
              <a:buSzPts val="4500"/>
              <a:buFont typeface="Arial"/>
              <a:buNone/>
            </a:pPr>
            <a:r>
              <a:rPr lang="en" sz="4500">
                <a:solidFill>
                  <a:srgbClr val="FFFFFF"/>
                </a:solidFill>
                <a:latin typeface="Play"/>
                <a:ea typeface="Play"/>
                <a:cs typeface="Play"/>
                <a:sym typeface="Play"/>
              </a:rPr>
              <a:t>References</a:t>
            </a:r>
            <a:endParaRPr b="0" i="0" sz="700" u="none" cap="none" strike="noStrike">
              <a:solidFill>
                <a:srgbClr val="000000"/>
              </a:solidFill>
              <a:latin typeface="Arial"/>
              <a:ea typeface="Arial"/>
              <a:cs typeface="Arial"/>
              <a:sym typeface="Arial"/>
            </a:endParaRPr>
          </a:p>
        </p:txBody>
      </p:sp>
      <p:grpSp>
        <p:nvGrpSpPr>
          <p:cNvPr id="421" name="Google Shape;421;p30"/>
          <p:cNvGrpSpPr/>
          <p:nvPr/>
        </p:nvGrpSpPr>
        <p:grpSpPr>
          <a:xfrm>
            <a:off x="-272332" y="3972593"/>
            <a:ext cx="830925" cy="830925"/>
            <a:chOff x="0" y="0"/>
            <a:chExt cx="812800" cy="812800"/>
          </a:xfrm>
        </p:grpSpPr>
        <p:sp>
          <p:nvSpPr>
            <p:cNvPr id="422" name="Google Shape;422;p30"/>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A357"/>
            </a:solidFill>
            <a:ln>
              <a:noFill/>
            </a:ln>
          </p:spPr>
        </p:sp>
        <p:sp>
          <p:nvSpPr>
            <p:cNvPr id="423" name="Google Shape;423;p30"/>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424" name="Google Shape;424;p30"/>
          <p:cNvGrpSpPr/>
          <p:nvPr/>
        </p:nvGrpSpPr>
        <p:grpSpPr>
          <a:xfrm>
            <a:off x="8123200" y="4123774"/>
            <a:ext cx="1662013" cy="1662013"/>
            <a:chOff x="0" y="0"/>
            <a:chExt cx="812800" cy="812800"/>
          </a:xfrm>
        </p:grpSpPr>
        <p:sp>
          <p:nvSpPr>
            <p:cNvPr id="425" name="Google Shape;425;p30"/>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FF5757"/>
            </a:solidFill>
            <a:ln>
              <a:noFill/>
            </a:ln>
          </p:spPr>
        </p:sp>
        <p:sp>
          <p:nvSpPr>
            <p:cNvPr id="426" name="Google Shape;426;p30"/>
            <p:cNvSpPr txBox="1"/>
            <p:nvPr/>
          </p:nvSpPr>
          <p:spPr>
            <a:xfrm>
              <a:off x="152400" y="104775"/>
              <a:ext cx="507900" cy="5556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427" name="Google Shape;427;p30"/>
          <p:cNvGrpSpPr/>
          <p:nvPr/>
        </p:nvGrpSpPr>
        <p:grpSpPr>
          <a:xfrm>
            <a:off x="7903411" y="4492106"/>
            <a:ext cx="620817" cy="620817"/>
            <a:chOff x="0" y="0"/>
            <a:chExt cx="812800" cy="812800"/>
          </a:xfrm>
        </p:grpSpPr>
        <p:sp>
          <p:nvSpPr>
            <p:cNvPr id="428" name="Google Shape;428;p30"/>
            <p:cNvSpPr/>
            <p:nvPr/>
          </p:nvSpPr>
          <p:spPr>
            <a:xfrm>
              <a:off x="0" y="0"/>
              <a:ext cx="812800" cy="812800"/>
            </a:xfrm>
            <a:custGeom>
              <a:rect b="b" l="l" r="r" t="t"/>
              <a:pathLst>
                <a:path extrusionOk="0" h="812800" w="812800">
                  <a:moveTo>
                    <a:pt x="406400" y="0"/>
                  </a:moveTo>
                  <a:lnTo>
                    <a:pt x="463617" y="45143"/>
                  </a:lnTo>
                  <a:lnTo>
                    <a:pt x="531984" y="19891"/>
                  </a:lnTo>
                  <a:lnTo>
                    <a:pt x="572451" y="80505"/>
                  </a:lnTo>
                  <a:lnTo>
                    <a:pt x="645276" y="77616"/>
                  </a:lnTo>
                  <a:lnTo>
                    <a:pt x="665032" y="147768"/>
                  </a:lnTo>
                  <a:lnTo>
                    <a:pt x="735184" y="167524"/>
                  </a:lnTo>
                  <a:lnTo>
                    <a:pt x="732295" y="240349"/>
                  </a:lnTo>
                  <a:lnTo>
                    <a:pt x="792909" y="280816"/>
                  </a:lnTo>
                  <a:lnTo>
                    <a:pt x="767657" y="349183"/>
                  </a:lnTo>
                  <a:lnTo>
                    <a:pt x="812800" y="406400"/>
                  </a:lnTo>
                  <a:lnTo>
                    <a:pt x="767657" y="463617"/>
                  </a:lnTo>
                  <a:lnTo>
                    <a:pt x="792909" y="531984"/>
                  </a:lnTo>
                  <a:lnTo>
                    <a:pt x="732295" y="572451"/>
                  </a:lnTo>
                  <a:lnTo>
                    <a:pt x="735184" y="645276"/>
                  </a:lnTo>
                  <a:lnTo>
                    <a:pt x="665032" y="665032"/>
                  </a:lnTo>
                  <a:lnTo>
                    <a:pt x="645276" y="735184"/>
                  </a:lnTo>
                  <a:lnTo>
                    <a:pt x="572451" y="732295"/>
                  </a:lnTo>
                  <a:lnTo>
                    <a:pt x="531984" y="792909"/>
                  </a:lnTo>
                  <a:lnTo>
                    <a:pt x="463617" y="767657"/>
                  </a:lnTo>
                  <a:lnTo>
                    <a:pt x="406400" y="812800"/>
                  </a:lnTo>
                  <a:lnTo>
                    <a:pt x="349183" y="767657"/>
                  </a:lnTo>
                  <a:lnTo>
                    <a:pt x="280816" y="792909"/>
                  </a:lnTo>
                  <a:lnTo>
                    <a:pt x="240349" y="732295"/>
                  </a:lnTo>
                  <a:lnTo>
                    <a:pt x="167524" y="735184"/>
                  </a:lnTo>
                  <a:lnTo>
                    <a:pt x="147768" y="665032"/>
                  </a:lnTo>
                  <a:lnTo>
                    <a:pt x="77616" y="645276"/>
                  </a:lnTo>
                  <a:lnTo>
                    <a:pt x="80505" y="572451"/>
                  </a:lnTo>
                  <a:lnTo>
                    <a:pt x="19891" y="531984"/>
                  </a:lnTo>
                  <a:lnTo>
                    <a:pt x="45143" y="463617"/>
                  </a:lnTo>
                  <a:lnTo>
                    <a:pt x="0" y="406400"/>
                  </a:lnTo>
                  <a:lnTo>
                    <a:pt x="45143" y="349183"/>
                  </a:lnTo>
                  <a:lnTo>
                    <a:pt x="19891" y="280816"/>
                  </a:lnTo>
                  <a:lnTo>
                    <a:pt x="80505" y="240349"/>
                  </a:lnTo>
                  <a:lnTo>
                    <a:pt x="77616" y="167524"/>
                  </a:lnTo>
                  <a:lnTo>
                    <a:pt x="147768" y="147768"/>
                  </a:lnTo>
                  <a:lnTo>
                    <a:pt x="167524" y="77616"/>
                  </a:lnTo>
                  <a:lnTo>
                    <a:pt x="240349" y="80505"/>
                  </a:lnTo>
                  <a:lnTo>
                    <a:pt x="280816" y="19891"/>
                  </a:lnTo>
                  <a:lnTo>
                    <a:pt x="349183" y="45143"/>
                  </a:lnTo>
                  <a:lnTo>
                    <a:pt x="406400" y="0"/>
                  </a:lnTo>
                  <a:close/>
                </a:path>
              </a:pathLst>
            </a:custGeom>
            <a:solidFill>
              <a:srgbClr val="000000">
                <a:alpha val="0"/>
              </a:srgbClr>
            </a:solidFill>
            <a:ln cap="sq" cmpd="sng" w="57150">
              <a:solidFill>
                <a:srgbClr val="FFA357"/>
              </a:solidFill>
              <a:prstDash val="solid"/>
              <a:miter lim="80"/>
              <a:headEnd len="sm" w="sm" type="none"/>
              <a:tailEnd len="sm" w="sm" type="none"/>
            </a:ln>
          </p:spPr>
        </p:sp>
        <p:sp>
          <p:nvSpPr>
            <p:cNvPr id="429" name="Google Shape;429;p30"/>
            <p:cNvSpPr txBox="1"/>
            <p:nvPr/>
          </p:nvSpPr>
          <p:spPr>
            <a:xfrm>
              <a:off x="88900" y="41275"/>
              <a:ext cx="635100" cy="6825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pic>
        <p:nvPicPr>
          <p:cNvPr id="430" name="Google Shape;430;p30"/>
          <p:cNvPicPr preferRelativeResize="0"/>
          <p:nvPr/>
        </p:nvPicPr>
        <p:blipFill rotWithShape="1">
          <a:blip r:embed="rId3">
            <a:alphaModFix/>
          </a:blip>
          <a:srcRect b="0" l="0" r="0" t="0"/>
          <a:stretch/>
        </p:blipFill>
        <p:spPr>
          <a:xfrm>
            <a:off x="216475" y="3972588"/>
            <a:ext cx="553062" cy="520721"/>
          </a:xfrm>
          <a:prstGeom prst="rect">
            <a:avLst/>
          </a:prstGeom>
          <a:noFill/>
          <a:ln>
            <a:noFill/>
          </a:ln>
        </p:spPr>
      </p:pic>
      <p:pic>
        <p:nvPicPr>
          <p:cNvPr id="431" name="Google Shape;431;p30"/>
          <p:cNvPicPr preferRelativeResize="0"/>
          <p:nvPr/>
        </p:nvPicPr>
        <p:blipFill rotWithShape="1">
          <a:blip r:embed="rId4">
            <a:alphaModFix/>
          </a:blip>
          <a:srcRect b="0" l="0" r="0" t="0"/>
          <a:stretch/>
        </p:blipFill>
        <p:spPr>
          <a:xfrm>
            <a:off x="5071149" y="450605"/>
            <a:ext cx="620850" cy="683987"/>
          </a:xfrm>
          <a:prstGeom prst="rect">
            <a:avLst/>
          </a:prstGeom>
          <a:noFill/>
          <a:ln>
            <a:noFill/>
          </a:ln>
        </p:spPr>
      </p:pic>
      <p:pic>
        <p:nvPicPr>
          <p:cNvPr id="432" name="Google Shape;432;p30"/>
          <p:cNvPicPr preferRelativeResize="0"/>
          <p:nvPr/>
        </p:nvPicPr>
        <p:blipFill rotWithShape="1">
          <a:blip r:embed="rId5">
            <a:alphaModFix/>
          </a:blip>
          <a:srcRect b="0" l="0" r="0" t="0"/>
          <a:stretch/>
        </p:blipFill>
        <p:spPr>
          <a:xfrm>
            <a:off x="8496125" y="297563"/>
            <a:ext cx="311475" cy="574074"/>
          </a:xfrm>
          <a:prstGeom prst="rect">
            <a:avLst/>
          </a:prstGeom>
          <a:noFill/>
          <a:ln>
            <a:noFill/>
          </a:ln>
        </p:spPr>
      </p:pic>
      <p:sp>
        <p:nvSpPr>
          <p:cNvPr id="433" name="Google Shape;433;p30"/>
          <p:cNvSpPr txBox="1"/>
          <p:nvPr/>
        </p:nvSpPr>
        <p:spPr>
          <a:xfrm>
            <a:off x="1050400" y="1712075"/>
            <a:ext cx="6246300" cy="25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Play"/>
                <a:ea typeface="Play"/>
                <a:cs typeface="Play"/>
                <a:sym typeface="Play"/>
              </a:rPr>
              <a:t>[1] Hu, Qinran &amp; Rushuai, Han &amp; Quan, Xiangjun &amp; Wu, Zaijun &amp; Tang, Chenghong &amp; Li, Wei &amp; Wang, Wei. (2022). Grid-Forming Inverter Enabled Virtual Power Plants With Inertia Support Capability. IEEE Transactions on Smart Grid. 13. 4134-4143. 10.1109/TSG.2022.3141414. </a:t>
            </a:r>
            <a:endParaRPr sz="1000">
              <a:solidFill>
                <a:schemeClr val="dk1"/>
              </a:solidFill>
              <a:latin typeface="Play"/>
              <a:ea typeface="Play"/>
              <a:cs typeface="Play"/>
              <a:sym typeface="Play"/>
            </a:endParaRPr>
          </a:p>
          <a:p>
            <a:pPr indent="0" lvl="0" marL="0" rtl="0" algn="l">
              <a:spcBef>
                <a:spcPts val="0"/>
              </a:spcBef>
              <a:spcAft>
                <a:spcPts val="0"/>
              </a:spcAft>
              <a:buNone/>
            </a:pPr>
            <a:r>
              <a:rPr lang="en" sz="1000">
                <a:solidFill>
                  <a:schemeClr val="dk1"/>
                </a:solidFill>
                <a:latin typeface="Play"/>
                <a:ea typeface="Play"/>
                <a:cs typeface="Play"/>
                <a:sym typeface="Play"/>
              </a:rPr>
              <a:t>[2] Milano, Federico &amp; Dörfler, Florian &amp; Hug, Gabriela &amp; Hill, David &amp; Verbic, Gregor. (2018). Foundations and Challenges of Low-Inertia Systems. 10.23919/PSCC.2018.8450880. </a:t>
            </a:r>
            <a:endParaRPr sz="1000">
              <a:solidFill>
                <a:schemeClr val="dk1"/>
              </a:solidFill>
              <a:latin typeface="Play"/>
              <a:ea typeface="Play"/>
              <a:cs typeface="Play"/>
              <a:sym typeface="Play"/>
            </a:endParaRPr>
          </a:p>
          <a:p>
            <a:pPr indent="0" lvl="0" marL="0" rtl="0" algn="l">
              <a:spcBef>
                <a:spcPts val="0"/>
              </a:spcBef>
              <a:spcAft>
                <a:spcPts val="0"/>
              </a:spcAft>
              <a:buNone/>
            </a:pPr>
            <a:r>
              <a:rPr lang="en" sz="1000">
                <a:solidFill>
                  <a:schemeClr val="dk1"/>
                </a:solidFill>
                <a:latin typeface="Play"/>
                <a:ea typeface="Play"/>
                <a:cs typeface="Play"/>
                <a:sym typeface="Play"/>
              </a:rPr>
              <a:t>[3] S. Sinha, N. Ali, D. Kumar and S. Anwar, "Virtual Synchronous Generator-Based Positive Negative Sequence Control Scheme for Voltage Unbalance Mitigation in Low Inertia Islanded Microgrid," 2024 1st International Conference on Innovative Sustainable Technologies for Energy, Mechatronics, and Smart Systems (ISTEMS), Dehradun, India, 2024, pp. 1-6, doi: 10.1109/ISTEMS60181.2024.10560182.</a:t>
            </a:r>
            <a:endParaRPr sz="1000">
              <a:solidFill>
                <a:schemeClr val="dk1"/>
              </a:solidFill>
              <a:latin typeface="Play"/>
              <a:ea typeface="Play"/>
              <a:cs typeface="Play"/>
              <a:sym typeface="Play"/>
            </a:endParaRPr>
          </a:p>
          <a:p>
            <a:pPr indent="0" lvl="0" marL="0" rtl="0" algn="l">
              <a:spcBef>
                <a:spcPts val="0"/>
              </a:spcBef>
              <a:spcAft>
                <a:spcPts val="0"/>
              </a:spcAft>
              <a:buNone/>
            </a:pPr>
            <a:r>
              <a:rPr lang="en" sz="1000">
                <a:solidFill>
                  <a:schemeClr val="dk1"/>
                </a:solidFill>
                <a:latin typeface="Play"/>
                <a:ea typeface="Play"/>
                <a:cs typeface="Play"/>
                <a:sym typeface="Play"/>
              </a:rPr>
              <a:t>[4] </a:t>
            </a:r>
            <a:r>
              <a:rPr lang="en" sz="1000">
                <a:solidFill>
                  <a:srgbClr val="222222"/>
                </a:solidFill>
                <a:highlight>
                  <a:srgbClr val="FFFFFF"/>
                </a:highlight>
                <a:latin typeface="Play"/>
                <a:ea typeface="Play"/>
                <a:cs typeface="Play"/>
                <a:sym typeface="Play"/>
              </a:rPr>
              <a:t>Sang, W., Guo, W., Dai, S., Tian, C., Yu, S., &amp; Teng, Y. (2022). Virtual Synchronous Generator, a Comprehensive Overview. </a:t>
            </a:r>
            <a:r>
              <a:rPr i="1" lang="en" sz="1000">
                <a:solidFill>
                  <a:srgbClr val="222222"/>
                </a:solidFill>
                <a:highlight>
                  <a:srgbClr val="FFFFFF"/>
                </a:highlight>
                <a:latin typeface="Play"/>
                <a:ea typeface="Play"/>
                <a:cs typeface="Play"/>
                <a:sym typeface="Play"/>
              </a:rPr>
              <a:t>Energies</a:t>
            </a:r>
            <a:r>
              <a:rPr lang="en" sz="1000">
                <a:solidFill>
                  <a:srgbClr val="222222"/>
                </a:solidFill>
                <a:highlight>
                  <a:srgbClr val="FFFFFF"/>
                </a:highlight>
                <a:latin typeface="Play"/>
                <a:ea typeface="Play"/>
                <a:cs typeface="Play"/>
                <a:sym typeface="Play"/>
              </a:rPr>
              <a:t>, </a:t>
            </a:r>
            <a:r>
              <a:rPr i="1" lang="en" sz="1000">
                <a:solidFill>
                  <a:srgbClr val="222222"/>
                </a:solidFill>
                <a:highlight>
                  <a:srgbClr val="FFFFFF"/>
                </a:highlight>
                <a:latin typeface="Play"/>
                <a:ea typeface="Play"/>
                <a:cs typeface="Play"/>
                <a:sym typeface="Play"/>
              </a:rPr>
              <a:t>15</a:t>
            </a:r>
            <a:r>
              <a:rPr lang="en" sz="1000">
                <a:solidFill>
                  <a:srgbClr val="222222"/>
                </a:solidFill>
                <a:highlight>
                  <a:srgbClr val="FFFFFF"/>
                </a:highlight>
                <a:latin typeface="Play"/>
                <a:ea typeface="Play"/>
                <a:cs typeface="Play"/>
                <a:sym typeface="Play"/>
              </a:rPr>
              <a:t>(17), 6148. https://doi.org/10.3390/en15176148</a:t>
            </a:r>
            <a:r>
              <a:rPr lang="en" sz="1000">
                <a:solidFill>
                  <a:schemeClr val="dk1"/>
                </a:solidFill>
                <a:latin typeface="Play"/>
                <a:ea typeface="Play"/>
                <a:cs typeface="Play"/>
                <a:sym typeface="Play"/>
              </a:rPr>
              <a:t> </a:t>
            </a:r>
            <a:endParaRPr sz="1000">
              <a:solidFill>
                <a:schemeClr val="dk1"/>
              </a:solidFill>
              <a:latin typeface="Play"/>
              <a:ea typeface="Play"/>
              <a:cs typeface="Play"/>
              <a:sym typeface="Play"/>
            </a:endParaRPr>
          </a:p>
          <a:p>
            <a:pPr indent="0" lvl="0" marL="0" rtl="0" algn="l">
              <a:spcBef>
                <a:spcPts val="0"/>
              </a:spcBef>
              <a:spcAft>
                <a:spcPts val="0"/>
              </a:spcAft>
              <a:buClr>
                <a:schemeClr val="dk1"/>
              </a:buClr>
              <a:buSzPts val="1100"/>
              <a:buFont typeface="Arial"/>
              <a:buNone/>
            </a:pPr>
            <a:r>
              <a:t/>
            </a:r>
            <a:endParaRPr sz="800">
              <a:solidFill>
                <a:schemeClr val="dk1"/>
              </a:solidFill>
              <a:latin typeface="Play"/>
              <a:ea typeface="Play"/>
              <a:cs typeface="Play"/>
              <a:sym typeface="Play"/>
            </a:endParaRPr>
          </a:p>
          <a:p>
            <a:pPr indent="0" lvl="0" marL="0" rtl="0" algn="l">
              <a:spcBef>
                <a:spcPts val="0"/>
              </a:spcBef>
              <a:spcAft>
                <a:spcPts val="0"/>
              </a:spcAft>
              <a:buClr>
                <a:schemeClr val="dk1"/>
              </a:buClr>
              <a:buSzPts val="1100"/>
              <a:buFont typeface="Arial"/>
              <a:buNone/>
            </a:pPr>
            <a:r>
              <a:t/>
            </a:r>
            <a:endParaRPr sz="1200">
              <a:solidFill>
                <a:schemeClr val="lt1"/>
              </a:solidFill>
              <a:latin typeface="Play"/>
              <a:ea typeface="Play"/>
              <a:cs typeface="Play"/>
              <a:sym typeface="Play"/>
            </a:endParaRPr>
          </a:p>
          <a:p>
            <a:pPr indent="0" lvl="0" marL="0" rtl="0" algn="l">
              <a:spcBef>
                <a:spcPts val="0"/>
              </a:spcBef>
              <a:spcAft>
                <a:spcPts val="0"/>
              </a:spcAft>
              <a:buNone/>
            </a:pPr>
            <a:r>
              <a:t/>
            </a:r>
            <a:endParaRPr sz="1200">
              <a:solidFill>
                <a:schemeClr val="lt1"/>
              </a:solidFill>
              <a:latin typeface="Play"/>
              <a:ea typeface="Play"/>
              <a:cs typeface="Play"/>
              <a:sym typeface="Play"/>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roject Action Plan Slides">
  <a:themeElements>
    <a:clrScheme name="Office">
      <a:dk1>
        <a:srgbClr val="000000"/>
      </a:dk1>
      <a:lt1>
        <a:srgbClr val="FFFFFF"/>
      </a:lt1>
      <a:dk2>
        <a:srgbClr val="FFA357"/>
      </a:dk2>
      <a:lt2>
        <a:srgbClr val="80280C"/>
      </a:lt2>
      <a:accent1>
        <a:srgbClr val="FF5757"/>
      </a:accent1>
      <a:accent2>
        <a:srgbClr val="2E2B2B"/>
      </a:accent2>
      <a:accent3>
        <a:srgbClr val="888888"/>
      </a:accent3>
      <a:accent4>
        <a:srgbClr val="FFFFFF"/>
      </a:accent4>
      <a:accent5>
        <a:srgbClr val="FFA357"/>
      </a:accent5>
      <a:accent6>
        <a:srgbClr val="80280C"/>
      </a:accent6>
      <a:hlink>
        <a:srgbClr val="FF5757"/>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